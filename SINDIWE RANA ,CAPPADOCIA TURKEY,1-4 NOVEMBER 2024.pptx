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y="10058400" cx="7315200"/>
  <p:notesSz cx="6858000" cy="9144000"/>
  <p:embeddedFontLst>
    <p:embeddedFont>
      <p:font typeface="Montserrat"/>
      <p:regular r:id="rId23"/>
      <p:bold r:id="rId24"/>
      <p:italic r:id="rId25"/>
      <p:boldItalic r:id="rId26"/>
    </p:embeddedFont>
    <p:embeddedFont>
      <p:font typeface="Poppins"/>
      <p:regular r:id="rId27"/>
      <p:bold r:id="rId28"/>
      <p:italic r:id="rId29"/>
      <p:boldItalic r:id="rId30"/>
    </p:embeddedFont>
    <p:embeddedFont>
      <p:font typeface="Montserrat ExtraBold"/>
      <p:bold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68">
          <p15:clr>
            <a:srgbClr val="A4A3A4"/>
          </p15:clr>
        </p15:guide>
        <p15:guide id="2" pos="230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46455D9-384A-46E1-B1C6-6524C438A75A}">
  <a:tblStyle styleId="{946455D9-384A-46E1-B1C6-6524C438A75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2C3AC6F-FC81-431A-955C-C3AAC4F3437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68" orient="horz"/>
        <p:guide pos="2304"/>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Poppins-bold.fntdata"/><Relationship Id="rId27" Type="http://schemas.openxmlformats.org/officeDocument/2006/relationships/font" Target="fonts/Poppins-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Poppins-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MontserratExtraBold-bold.fntdata"/><Relationship Id="rId30" Type="http://schemas.openxmlformats.org/officeDocument/2006/relationships/font" Target="fonts/Poppins-boldItalic.fntdata"/><Relationship Id="rId11" Type="http://schemas.openxmlformats.org/officeDocument/2006/relationships/slide" Target="slides/slide4.xml"/><Relationship Id="rId10" Type="http://schemas.openxmlformats.org/officeDocument/2006/relationships/slide" Target="slides/slide3.xml"/><Relationship Id="rId32" Type="http://schemas.openxmlformats.org/officeDocument/2006/relationships/font" Target="fonts/MontserratExtraBold-bold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82413" y="685800"/>
            <a:ext cx="2493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0c9974ca13_0_5:notes"/>
          <p:cNvSpPr/>
          <p:nvPr>
            <p:ph idx="2" type="sldImg"/>
          </p:nvPr>
        </p:nvSpPr>
        <p:spPr>
          <a:xfrm>
            <a:off x="2182390" y="685800"/>
            <a:ext cx="24939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0c9974ca1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02bbfa126a_0_74:notes"/>
          <p:cNvSpPr/>
          <p:nvPr>
            <p:ph idx="2" type="sldImg"/>
          </p:nvPr>
        </p:nvSpPr>
        <p:spPr>
          <a:xfrm>
            <a:off x="2182413" y="685800"/>
            <a:ext cx="24939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02bbfa126a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notes"/>
          <p:cNvSpPr/>
          <p:nvPr>
            <p:ph idx="2" type="sldImg"/>
          </p:nvPr>
        </p:nvSpPr>
        <p:spPr>
          <a:xfrm>
            <a:off x="2182413" y="685800"/>
            <a:ext cx="24939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3563fccd1c_0_2:notes"/>
          <p:cNvSpPr/>
          <p:nvPr>
            <p:ph idx="2" type="sldImg"/>
          </p:nvPr>
        </p:nvSpPr>
        <p:spPr>
          <a:xfrm>
            <a:off x="2182390" y="685800"/>
            <a:ext cx="24939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3563fccd1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d466726940_0_57:notes"/>
          <p:cNvSpPr/>
          <p:nvPr>
            <p:ph idx="2" type="sldImg"/>
          </p:nvPr>
        </p:nvSpPr>
        <p:spPr>
          <a:xfrm>
            <a:off x="2182413" y="685800"/>
            <a:ext cx="24939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d466726940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d466726940_0_35:notes"/>
          <p:cNvSpPr/>
          <p:nvPr>
            <p:ph idx="2" type="sldImg"/>
          </p:nvPr>
        </p:nvSpPr>
        <p:spPr>
          <a:xfrm>
            <a:off x="2182390" y="685800"/>
            <a:ext cx="24939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d46672694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3563fccd1c_0_14:notes"/>
          <p:cNvSpPr/>
          <p:nvPr>
            <p:ph idx="2" type="sldImg"/>
          </p:nvPr>
        </p:nvSpPr>
        <p:spPr>
          <a:xfrm>
            <a:off x="2182413" y="685800"/>
            <a:ext cx="24939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3563fccd1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d466726940_0_87:notes"/>
          <p:cNvSpPr/>
          <p:nvPr>
            <p:ph idx="2" type="sldImg"/>
          </p:nvPr>
        </p:nvSpPr>
        <p:spPr>
          <a:xfrm>
            <a:off x="2182390" y="685800"/>
            <a:ext cx="24939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d466726940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d466726940_0_99:notes"/>
          <p:cNvSpPr/>
          <p:nvPr>
            <p:ph idx="2" type="sldImg"/>
          </p:nvPr>
        </p:nvSpPr>
        <p:spPr>
          <a:xfrm>
            <a:off x="2182413" y="685800"/>
            <a:ext cx="24939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d466726940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d466726940_0_110:notes"/>
          <p:cNvSpPr/>
          <p:nvPr>
            <p:ph idx="2" type="sldImg"/>
          </p:nvPr>
        </p:nvSpPr>
        <p:spPr>
          <a:xfrm>
            <a:off x="2182390" y="685800"/>
            <a:ext cx="24939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d466726940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d466726940_0_116:notes"/>
          <p:cNvSpPr/>
          <p:nvPr>
            <p:ph idx="2" type="sldImg"/>
          </p:nvPr>
        </p:nvSpPr>
        <p:spPr>
          <a:xfrm>
            <a:off x="2182413" y="685800"/>
            <a:ext cx="24939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d466726940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3563fccd1c_0_25:notes"/>
          <p:cNvSpPr/>
          <p:nvPr>
            <p:ph idx="2" type="sldImg"/>
          </p:nvPr>
        </p:nvSpPr>
        <p:spPr>
          <a:xfrm>
            <a:off x="2182390" y="685800"/>
            <a:ext cx="24939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3563fccd1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d466726940_0_191:notes"/>
          <p:cNvSpPr/>
          <p:nvPr>
            <p:ph idx="2" type="sldImg"/>
          </p:nvPr>
        </p:nvSpPr>
        <p:spPr>
          <a:xfrm>
            <a:off x="2182413" y="685800"/>
            <a:ext cx="24939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d466726940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d466726940_0_141:notes"/>
          <p:cNvSpPr/>
          <p:nvPr>
            <p:ph idx="2" type="sldImg"/>
          </p:nvPr>
        </p:nvSpPr>
        <p:spPr>
          <a:xfrm>
            <a:off x="2182413" y="685800"/>
            <a:ext cx="24939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d466726940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d466726940_0_152:notes"/>
          <p:cNvSpPr/>
          <p:nvPr>
            <p:ph idx="2" type="sldImg"/>
          </p:nvPr>
        </p:nvSpPr>
        <p:spPr>
          <a:xfrm>
            <a:off x="2182413" y="685800"/>
            <a:ext cx="24939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d466726940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49367" y="1456058"/>
            <a:ext cx="6816600" cy="40140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49360" y="5542289"/>
            <a:ext cx="6816600" cy="1550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6777966" y="9119180"/>
            <a:ext cx="4389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49360" y="4206107"/>
            <a:ext cx="68166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6777966" y="9119180"/>
            <a:ext cx="4389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49360" y="870271"/>
            <a:ext cx="6816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49360" y="2253729"/>
            <a:ext cx="6816600" cy="6681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6777966" y="9119180"/>
            <a:ext cx="4389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49360" y="870271"/>
            <a:ext cx="6816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49360" y="2253729"/>
            <a:ext cx="3199800" cy="6681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3865920" y="2253729"/>
            <a:ext cx="3199800" cy="6681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6777966" y="9119180"/>
            <a:ext cx="4389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49360" y="870271"/>
            <a:ext cx="6816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6777966" y="9119180"/>
            <a:ext cx="4389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49360" y="1086507"/>
            <a:ext cx="2246400" cy="14778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49360" y="2717440"/>
            <a:ext cx="2246400" cy="6217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6777966" y="9119180"/>
            <a:ext cx="4389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392200" y="880293"/>
            <a:ext cx="5094300" cy="7999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6777966" y="9119180"/>
            <a:ext cx="4389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657600" y="-244"/>
            <a:ext cx="3657600" cy="10058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12400" y="2411542"/>
            <a:ext cx="3236100" cy="2898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12400" y="5481569"/>
            <a:ext cx="3236100" cy="2415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3951600" y="1415969"/>
            <a:ext cx="3069600" cy="7226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6777966" y="9119180"/>
            <a:ext cx="4389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49360" y="8273124"/>
            <a:ext cx="4799100" cy="11832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6777966" y="9119180"/>
            <a:ext cx="4389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49360" y="2163089"/>
            <a:ext cx="6816600" cy="38397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49360" y="6164351"/>
            <a:ext cx="6816600" cy="25437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6777966" y="9119180"/>
            <a:ext cx="4389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6777966" y="9119180"/>
            <a:ext cx="4389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249367" y="1456058"/>
            <a:ext cx="6816600" cy="4014000"/>
          </a:xfrm>
          <a:prstGeom prst="rect">
            <a:avLst/>
          </a:prstGeom>
        </p:spPr>
        <p:txBody>
          <a:bodyPr anchorCtr="0" anchor="b" bIns="87650" lIns="87650" spcFirstLastPara="1" rIns="87650" wrap="square" tIns="87650">
            <a:normAutofit/>
          </a:bodyPr>
          <a:lstStyle>
            <a:lvl1pPr lvl="0" rtl="0" algn="ctr">
              <a:spcBef>
                <a:spcPts val="0"/>
              </a:spcBef>
              <a:spcAft>
                <a:spcPts val="0"/>
              </a:spcAft>
              <a:buSzPts val="5000"/>
              <a:buNone/>
              <a:defRPr sz="50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p:txBody>
      </p:sp>
      <p:sp>
        <p:nvSpPr>
          <p:cNvPr id="56" name="Google Shape;56;p14"/>
          <p:cNvSpPr txBox="1"/>
          <p:nvPr>
            <p:ph idx="1" type="subTitle"/>
          </p:nvPr>
        </p:nvSpPr>
        <p:spPr>
          <a:xfrm>
            <a:off x="249360" y="5542289"/>
            <a:ext cx="6816600" cy="1550100"/>
          </a:xfrm>
          <a:prstGeom prst="rect">
            <a:avLst/>
          </a:prstGeom>
        </p:spPr>
        <p:txBody>
          <a:bodyPr anchorCtr="0" anchor="t" bIns="87650" lIns="87650" spcFirstLastPara="1" rIns="87650" wrap="square" tIns="87650">
            <a:normAutofit/>
          </a:bodyPr>
          <a:lstStyle>
            <a:lvl1pPr lvl="0" rtl="0" algn="ctr">
              <a:lnSpc>
                <a:spcPct val="100000"/>
              </a:lnSpc>
              <a:spcBef>
                <a:spcPts val="0"/>
              </a:spcBef>
              <a:spcAft>
                <a:spcPts val="0"/>
              </a:spcAft>
              <a:buSzPts val="2700"/>
              <a:buNone/>
              <a:defRPr sz="2700"/>
            </a:lvl1pPr>
            <a:lvl2pPr lvl="1" rtl="0" algn="ctr">
              <a:lnSpc>
                <a:spcPct val="100000"/>
              </a:lnSpc>
              <a:spcBef>
                <a:spcPts val="0"/>
              </a:spcBef>
              <a:spcAft>
                <a:spcPts val="0"/>
              </a:spcAft>
              <a:buSzPts val="2700"/>
              <a:buNone/>
              <a:defRPr sz="2700"/>
            </a:lvl2pPr>
            <a:lvl3pPr lvl="2" rtl="0" algn="ctr">
              <a:lnSpc>
                <a:spcPct val="100000"/>
              </a:lnSpc>
              <a:spcBef>
                <a:spcPts val="0"/>
              </a:spcBef>
              <a:spcAft>
                <a:spcPts val="0"/>
              </a:spcAft>
              <a:buSzPts val="2700"/>
              <a:buNone/>
              <a:defRPr sz="2700"/>
            </a:lvl3pPr>
            <a:lvl4pPr lvl="3" rtl="0" algn="ctr">
              <a:lnSpc>
                <a:spcPct val="100000"/>
              </a:lnSpc>
              <a:spcBef>
                <a:spcPts val="0"/>
              </a:spcBef>
              <a:spcAft>
                <a:spcPts val="0"/>
              </a:spcAft>
              <a:buSzPts val="2700"/>
              <a:buNone/>
              <a:defRPr sz="2700"/>
            </a:lvl4pPr>
            <a:lvl5pPr lvl="4" rtl="0" algn="ctr">
              <a:lnSpc>
                <a:spcPct val="100000"/>
              </a:lnSpc>
              <a:spcBef>
                <a:spcPts val="0"/>
              </a:spcBef>
              <a:spcAft>
                <a:spcPts val="0"/>
              </a:spcAft>
              <a:buSzPts val="2700"/>
              <a:buNone/>
              <a:defRPr sz="2700"/>
            </a:lvl5pPr>
            <a:lvl6pPr lvl="5" rtl="0" algn="ctr">
              <a:lnSpc>
                <a:spcPct val="100000"/>
              </a:lnSpc>
              <a:spcBef>
                <a:spcPts val="0"/>
              </a:spcBef>
              <a:spcAft>
                <a:spcPts val="0"/>
              </a:spcAft>
              <a:buSzPts val="2700"/>
              <a:buNone/>
              <a:defRPr sz="2700"/>
            </a:lvl6pPr>
            <a:lvl7pPr lvl="6" rtl="0" algn="ctr">
              <a:lnSpc>
                <a:spcPct val="100000"/>
              </a:lnSpc>
              <a:spcBef>
                <a:spcPts val="0"/>
              </a:spcBef>
              <a:spcAft>
                <a:spcPts val="0"/>
              </a:spcAft>
              <a:buSzPts val="2700"/>
              <a:buNone/>
              <a:defRPr sz="2700"/>
            </a:lvl7pPr>
            <a:lvl8pPr lvl="7" rtl="0" algn="ctr">
              <a:lnSpc>
                <a:spcPct val="100000"/>
              </a:lnSpc>
              <a:spcBef>
                <a:spcPts val="0"/>
              </a:spcBef>
              <a:spcAft>
                <a:spcPts val="0"/>
              </a:spcAft>
              <a:buSzPts val="2700"/>
              <a:buNone/>
              <a:defRPr sz="2700"/>
            </a:lvl8pPr>
            <a:lvl9pPr lvl="8" rtl="0" algn="ctr">
              <a:lnSpc>
                <a:spcPct val="100000"/>
              </a:lnSpc>
              <a:spcBef>
                <a:spcPts val="0"/>
              </a:spcBef>
              <a:spcAft>
                <a:spcPts val="0"/>
              </a:spcAft>
              <a:buSzPts val="2700"/>
              <a:buNone/>
              <a:defRPr sz="2700"/>
            </a:lvl9pPr>
          </a:lstStyle>
          <a:p/>
        </p:txBody>
      </p:sp>
      <p:sp>
        <p:nvSpPr>
          <p:cNvPr id="57" name="Google Shape;57;p14"/>
          <p:cNvSpPr txBox="1"/>
          <p:nvPr>
            <p:ph idx="12" type="sldNum"/>
          </p:nvPr>
        </p:nvSpPr>
        <p:spPr>
          <a:xfrm>
            <a:off x="6777966" y="9119180"/>
            <a:ext cx="438900" cy="769500"/>
          </a:xfrm>
          <a:prstGeom prst="rect">
            <a:avLst/>
          </a:prstGeom>
        </p:spPr>
        <p:txBody>
          <a:bodyPr anchorCtr="0" anchor="ctr" bIns="87650" lIns="87650" spcFirstLastPara="1" rIns="87650" wrap="square" tIns="8765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249360" y="4206107"/>
            <a:ext cx="6816600" cy="1646100"/>
          </a:xfrm>
          <a:prstGeom prst="rect">
            <a:avLst/>
          </a:prstGeom>
        </p:spPr>
        <p:txBody>
          <a:bodyPr anchorCtr="0" anchor="ctr" bIns="87650" lIns="87650" spcFirstLastPara="1" rIns="87650" wrap="square" tIns="87650">
            <a:normAutofit/>
          </a:bodyPr>
          <a:lstStyle>
            <a:lvl1pPr lvl="0" rtl="0" algn="ctr">
              <a:spcBef>
                <a:spcPts val="0"/>
              </a:spcBef>
              <a:spcAft>
                <a:spcPts val="0"/>
              </a:spcAft>
              <a:buSzPts val="3500"/>
              <a:buNone/>
              <a:defRPr sz="3500"/>
            </a:lvl1pPr>
            <a:lvl2pPr lvl="1" rtl="0" algn="ctr">
              <a:spcBef>
                <a:spcPts val="0"/>
              </a:spcBef>
              <a:spcAft>
                <a:spcPts val="0"/>
              </a:spcAft>
              <a:buSzPts val="3500"/>
              <a:buNone/>
              <a:defRPr sz="3500"/>
            </a:lvl2pPr>
            <a:lvl3pPr lvl="2" rtl="0" algn="ctr">
              <a:spcBef>
                <a:spcPts val="0"/>
              </a:spcBef>
              <a:spcAft>
                <a:spcPts val="0"/>
              </a:spcAft>
              <a:buSzPts val="3500"/>
              <a:buNone/>
              <a:defRPr sz="3500"/>
            </a:lvl3pPr>
            <a:lvl4pPr lvl="3" rtl="0" algn="ctr">
              <a:spcBef>
                <a:spcPts val="0"/>
              </a:spcBef>
              <a:spcAft>
                <a:spcPts val="0"/>
              </a:spcAft>
              <a:buSzPts val="3500"/>
              <a:buNone/>
              <a:defRPr sz="3500"/>
            </a:lvl4pPr>
            <a:lvl5pPr lvl="4" rtl="0" algn="ctr">
              <a:spcBef>
                <a:spcPts val="0"/>
              </a:spcBef>
              <a:spcAft>
                <a:spcPts val="0"/>
              </a:spcAft>
              <a:buSzPts val="3500"/>
              <a:buNone/>
              <a:defRPr sz="3500"/>
            </a:lvl5pPr>
            <a:lvl6pPr lvl="5" rtl="0" algn="ctr">
              <a:spcBef>
                <a:spcPts val="0"/>
              </a:spcBef>
              <a:spcAft>
                <a:spcPts val="0"/>
              </a:spcAft>
              <a:buSzPts val="3500"/>
              <a:buNone/>
              <a:defRPr sz="3500"/>
            </a:lvl6pPr>
            <a:lvl7pPr lvl="6" rtl="0" algn="ctr">
              <a:spcBef>
                <a:spcPts val="0"/>
              </a:spcBef>
              <a:spcAft>
                <a:spcPts val="0"/>
              </a:spcAft>
              <a:buSzPts val="3500"/>
              <a:buNone/>
              <a:defRPr sz="3500"/>
            </a:lvl7pPr>
            <a:lvl8pPr lvl="7" rtl="0" algn="ctr">
              <a:spcBef>
                <a:spcPts val="0"/>
              </a:spcBef>
              <a:spcAft>
                <a:spcPts val="0"/>
              </a:spcAft>
              <a:buSzPts val="3500"/>
              <a:buNone/>
              <a:defRPr sz="3500"/>
            </a:lvl8pPr>
            <a:lvl9pPr lvl="8" rtl="0" algn="ctr">
              <a:spcBef>
                <a:spcPts val="0"/>
              </a:spcBef>
              <a:spcAft>
                <a:spcPts val="0"/>
              </a:spcAft>
              <a:buSzPts val="3500"/>
              <a:buNone/>
              <a:defRPr sz="3500"/>
            </a:lvl9pPr>
          </a:lstStyle>
          <a:p/>
        </p:txBody>
      </p:sp>
      <p:sp>
        <p:nvSpPr>
          <p:cNvPr id="60" name="Google Shape;60;p15"/>
          <p:cNvSpPr txBox="1"/>
          <p:nvPr>
            <p:ph idx="12" type="sldNum"/>
          </p:nvPr>
        </p:nvSpPr>
        <p:spPr>
          <a:xfrm>
            <a:off x="6777966" y="9119180"/>
            <a:ext cx="438900" cy="769500"/>
          </a:xfrm>
          <a:prstGeom prst="rect">
            <a:avLst/>
          </a:prstGeom>
        </p:spPr>
        <p:txBody>
          <a:bodyPr anchorCtr="0" anchor="ctr" bIns="87650" lIns="87650" spcFirstLastPara="1" rIns="87650" wrap="square" tIns="8765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249360" y="870271"/>
            <a:ext cx="6816600" cy="1119900"/>
          </a:xfrm>
          <a:prstGeom prst="rect">
            <a:avLst/>
          </a:prstGeom>
        </p:spPr>
        <p:txBody>
          <a:bodyPr anchorCtr="0" anchor="t" bIns="87650" lIns="87650" spcFirstLastPara="1" rIns="87650" wrap="square" tIns="87650">
            <a:norm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63" name="Google Shape;63;p16"/>
          <p:cNvSpPr txBox="1"/>
          <p:nvPr>
            <p:ph idx="1" type="body"/>
          </p:nvPr>
        </p:nvSpPr>
        <p:spPr>
          <a:xfrm>
            <a:off x="249360" y="2253729"/>
            <a:ext cx="6816600" cy="6681000"/>
          </a:xfrm>
          <a:prstGeom prst="rect">
            <a:avLst/>
          </a:prstGeom>
        </p:spPr>
        <p:txBody>
          <a:bodyPr anchorCtr="0" anchor="t" bIns="87650" lIns="87650" spcFirstLastPara="1" rIns="87650" wrap="square" tIns="87650">
            <a:normAutofit/>
          </a:bodyPr>
          <a:lstStyle>
            <a:lvl1pPr indent="-336550" lvl="0" marL="457200" rtl="0">
              <a:spcBef>
                <a:spcPts val="0"/>
              </a:spcBef>
              <a:spcAft>
                <a:spcPts val="0"/>
              </a:spcAft>
              <a:buSzPts val="1700"/>
              <a:buChar char="●"/>
              <a:defRPr/>
            </a:lvl1pPr>
            <a:lvl2pPr indent="-311150" lvl="1" marL="914400" rtl="0">
              <a:spcBef>
                <a:spcPts val="0"/>
              </a:spcBef>
              <a:spcAft>
                <a:spcPts val="0"/>
              </a:spcAft>
              <a:buSzPts val="1300"/>
              <a:buChar char="○"/>
              <a:defRPr/>
            </a:lvl2pPr>
            <a:lvl3pPr indent="-311150" lvl="2" marL="1371600" rtl="0">
              <a:spcBef>
                <a:spcPts val="0"/>
              </a:spcBef>
              <a:spcAft>
                <a:spcPts val="0"/>
              </a:spcAft>
              <a:buSzPts val="1300"/>
              <a:buChar char="■"/>
              <a:defRPr/>
            </a:lvl3pPr>
            <a:lvl4pPr indent="-311150" lvl="3" marL="1828800" rtl="0">
              <a:spcBef>
                <a:spcPts val="0"/>
              </a:spcBef>
              <a:spcAft>
                <a:spcPts val="0"/>
              </a:spcAft>
              <a:buSzPts val="1300"/>
              <a:buChar char="●"/>
              <a:defRPr/>
            </a:lvl4pPr>
            <a:lvl5pPr indent="-311150" lvl="4" marL="2286000" rtl="0">
              <a:spcBef>
                <a:spcPts val="0"/>
              </a:spcBef>
              <a:spcAft>
                <a:spcPts val="0"/>
              </a:spcAft>
              <a:buSzPts val="1300"/>
              <a:buChar char="○"/>
              <a:defRPr/>
            </a:lvl5pPr>
            <a:lvl6pPr indent="-311150" lvl="5" marL="2743200" rtl="0">
              <a:spcBef>
                <a:spcPts val="0"/>
              </a:spcBef>
              <a:spcAft>
                <a:spcPts val="0"/>
              </a:spcAft>
              <a:buSzPts val="1300"/>
              <a:buChar char="■"/>
              <a:defRPr/>
            </a:lvl6pPr>
            <a:lvl7pPr indent="-311150" lvl="6" marL="3200400" rtl="0">
              <a:spcBef>
                <a:spcPts val="0"/>
              </a:spcBef>
              <a:spcAft>
                <a:spcPts val="0"/>
              </a:spcAft>
              <a:buSzPts val="1300"/>
              <a:buChar char="●"/>
              <a:defRPr/>
            </a:lvl7pPr>
            <a:lvl8pPr indent="-311150" lvl="7" marL="3657600" rtl="0">
              <a:spcBef>
                <a:spcPts val="0"/>
              </a:spcBef>
              <a:spcAft>
                <a:spcPts val="0"/>
              </a:spcAft>
              <a:buSzPts val="1300"/>
              <a:buChar char="○"/>
              <a:defRPr/>
            </a:lvl8pPr>
            <a:lvl9pPr indent="-311150" lvl="8" marL="4114800" rtl="0">
              <a:spcBef>
                <a:spcPts val="0"/>
              </a:spcBef>
              <a:spcAft>
                <a:spcPts val="0"/>
              </a:spcAft>
              <a:buSzPts val="1300"/>
              <a:buChar char="■"/>
              <a:defRPr/>
            </a:lvl9pPr>
          </a:lstStyle>
          <a:p/>
        </p:txBody>
      </p:sp>
      <p:sp>
        <p:nvSpPr>
          <p:cNvPr id="64" name="Google Shape;64;p16"/>
          <p:cNvSpPr txBox="1"/>
          <p:nvPr>
            <p:ph idx="12" type="sldNum"/>
          </p:nvPr>
        </p:nvSpPr>
        <p:spPr>
          <a:xfrm>
            <a:off x="6777966" y="9119180"/>
            <a:ext cx="438900" cy="769500"/>
          </a:xfrm>
          <a:prstGeom prst="rect">
            <a:avLst/>
          </a:prstGeom>
        </p:spPr>
        <p:txBody>
          <a:bodyPr anchorCtr="0" anchor="ctr" bIns="87650" lIns="87650" spcFirstLastPara="1" rIns="87650" wrap="square" tIns="8765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249360" y="870271"/>
            <a:ext cx="6816600" cy="1119900"/>
          </a:xfrm>
          <a:prstGeom prst="rect">
            <a:avLst/>
          </a:prstGeom>
        </p:spPr>
        <p:txBody>
          <a:bodyPr anchorCtr="0" anchor="t" bIns="87650" lIns="87650" spcFirstLastPara="1" rIns="87650" wrap="square" tIns="87650">
            <a:norm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67" name="Google Shape;67;p17"/>
          <p:cNvSpPr txBox="1"/>
          <p:nvPr>
            <p:ph idx="1" type="body"/>
          </p:nvPr>
        </p:nvSpPr>
        <p:spPr>
          <a:xfrm>
            <a:off x="249360" y="2253729"/>
            <a:ext cx="3199800" cy="6681000"/>
          </a:xfrm>
          <a:prstGeom prst="rect">
            <a:avLst/>
          </a:prstGeom>
        </p:spPr>
        <p:txBody>
          <a:bodyPr anchorCtr="0" anchor="t" bIns="87650" lIns="87650" spcFirstLastPara="1" rIns="87650" wrap="square" tIns="87650">
            <a:normAutofit/>
          </a:bodyPr>
          <a:lstStyle>
            <a:lvl1pPr indent="-311150" lvl="0" marL="457200" rtl="0">
              <a:spcBef>
                <a:spcPts val="0"/>
              </a:spcBef>
              <a:spcAft>
                <a:spcPts val="0"/>
              </a:spcAft>
              <a:buSzPts val="1300"/>
              <a:buChar char="●"/>
              <a:defRPr sz="13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8" name="Google Shape;68;p17"/>
          <p:cNvSpPr txBox="1"/>
          <p:nvPr>
            <p:ph idx="2" type="body"/>
          </p:nvPr>
        </p:nvSpPr>
        <p:spPr>
          <a:xfrm>
            <a:off x="3865920" y="2253729"/>
            <a:ext cx="3199800" cy="6681000"/>
          </a:xfrm>
          <a:prstGeom prst="rect">
            <a:avLst/>
          </a:prstGeom>
        </p:spPr>
        <p:txBody>
          <a:bodyPr anchorCtr="0" anchor="t" bIns="87650" lIns="87650" spcFirstLastPara="1" rIns="87650" wrap="square" tIns="87650">
            <a:normAutofit/>
          </a:bodyPr>
          <a:lstStyle>
            <a:lvl1pPr indent="-311150" lvl="0" marL="457200" rtl="0">
              <a:spcBef>
                <a:spcPts val="0"/>
              </a:spcBef>
              <a:spcAft>
                <a:spcPts val="0"/>
              </a:spcAft>
              <a:buSzPts val="1300"/>
              <a:buChar char="●"/>
              <a:defRPr sz="13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69" name="Google Shape;69;p17"/>
          <p:cNvSpPr txBox="1"/>
          <p:nvPr>
            <p:ph idx="12" type="sldNum"/>
          </p:nvPr>
        </p:nvSpPr>
        <p:spPr>
          <a:xfrm>
            <a:off x="6777966" y="9119180"/>
            <a:ext cx="438900" cy="769500"/>
          </a:xfrm>
          <a:prstGeom prst="rect">
            <a:avLst/>
          </a:prstGeom>
        </p:spPr>
        <p:txBody>
          <a:bodyPr anchorCtr="0" anchor="ctr" bIns="87650" lIns="87650" spcFirstLastPara="1" rIns="87650" wrap="square" tIns="8765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249360" y="870271"/>
            <a:ext cx="6816600" cy="1119900"/>
          </a:xfrm>
          <a:prstGeom prst="rect">
            <a:avLst/>
          </a:prstGeom>
        </p:spPr>
        <p:txBody>
          <a:bodyPr anchorCtr="0" anchor="t" bIns="87650" lIns="87650" spcFirstLastPara="1" rIns="87650" wrap="square" tIns="87650">
            <a:norm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p:txBody>
      </p:sp>
      <p:sp>
        <p:nvSpPr>
          <p:cNvPr id="72" name="Google Shape;72;p18"/>
          <p:cNvSpPr txBox="1"/>
          <p:nvPr>
            <p:ph idx="12" type="sldNum"/>
          </p:nvPr>
        </p:nvSpPr>
        <p:spPr>
          <a:xfrm>
            <a:off x="6777966" y="9119180"/>
            <a:ext cx="438900" cy="769500"/>
          </a:xfrm>
          <a:prstGeom prst="rect">
            <a:avLst/>
          </a:prstGeom>
        </p:spPr>
        <p:txBody>
          <a:bodyPr anchorCtr="0" anchor="ctr" bIns="87650" lIns="87650" spcFirstLastPara="1" rIns="87650" wrap="square" tIns="8765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249360" y="1086507"/>
            <a:ext cx="2246400" cy="1477800"/>
          </a:xfrm>
          <a:prstGeom prst="rect">
            <a:avLst/>
          </a:prstGeom>
        </p:spPr>
        <p:txBody>
          <a:bodyPr anchorCtr="0" anchor="b" bIns="87650" lIns="87650" spcFirstLastPara="1" rIns="87650" wrap="square" tIns="87650">
            <a:normAutofit/>
          </a:bodyPr>
          <a:lstStyle>
            <a:lvl1pPr lvl="0" rtl="0">
              <a:spcBef>
                <a:spcPts val="0"/>
              </a:spcBef>
              <a:spcAft>
                <a:spcPts val="0"/>
              </a:spcAft>
              <a:buSzPts val="2300"/>
              <a:buNone/>
              <a:defRPr sz="2300"/>
            </a:lvl1pPr>
            <a:lvl2pPr lvl="1" rtl="0">
              <a:spcBef>
                <a:spcPts val="0"/>
              </a:spcBef>
              <a:spcAft>
                <a:spcPts val="0"/>
              </a:spcAft>
              <a:buSzPts val="2300"/>
              <a:buNone/>
              <a:defRPr sz="2300"/>
            </a:lvl2pPr>
            <a:lvl3pPr lvl="2" rtl="0">
              <a:spcBef>
                <a:spcPts val="0"/>
              </a:spcBef>
              <a:spcAft>
                <a:spcPts val="0"/>
              </a:spcAft>
              <a:buSzPts val="2300"/>
              <a:buNone/>
              <a:defRPr sz="2300"/>
            </a:lvl3pPr>
            <a:lvl4pPr lvl="3" rtl="0">
              <a:spcBef>
                <a:spcPts val="0"/>
              </a:spcBef>
              <a:spcAft>
                <a:spcPts val="0"/>
              </a:spcAft>
              <a:buSzPts val="2300"/>
              <a:buNone/>
              <a:defRPr sz="2300"/>
            </a:lvl4pPr>
            <a:lvl5pPr lvl="4" rtl="0">
              <a:spcBef>
                <a:spcPts val="0"/>
              </a:spcBef>
              <a:spcAft>
                <a:spcPts val="0"/>
              </a:spcAft>
              <a:buSzPts val="2300"/>
              <a:buNone/>
              <a:defRPr sz="2300"/>
            </a:lvl5pPr>
            <a:lvl6pPr lvl="5" rtl="0">
              <a:spcBef>
                <a:spcPts val="0"/>
              </a:spcBef>
              <a:spcAft>
                <a:spcPts val="0"/>
              </a:spcAft>
              <a:buSzPts val="2300"/>
              <a:buNone/>
              <a:defRPr sz="2300"/>
            </a:lvl6pPr>
            <a:lvl7pPr lvl="6" rtl="0">
              <a:spcBef>
                <a:spcPts val="0"/>
              </a:spcBef>
              <a:spcAft>
                <a:spcPts val="0"/>
              </a:spcAft>
              <a:buSzPts val="2300"/>
              <a:buNone/>
              <a:defRPr sz="2300"/>
            </a:lvl7pPr>
            <a:lvl8pPr lvl="7" rtl="0">
              <a:spcBef>
                <a:spcPts val="0"/>
              </a:spcBef>
              <a:spcAft>
                <a:spcPts val="0"/>
              </a:spcAft>
              <a:buSzPts val="2300"/>
              <a:buNone/>
              <a:defRPr sz="2300"/>
            </a:lvl8pPr>
            <a:lvl9pPr lvl="8" rtl="0">
              <a:spcBef>
                <a:spcPts val="0"/>
              </a:spcBef>
              <a:spcAft>
                <a:spcPts val="0"/>
              </a:spcAft>
              <a:buSzPts val="2300"/>
              <a:buNone/>
              <a:defRPr sz="2300"/>
            </a:lvl9pPr>
          </a:lstStyle>
          <a:p/>
        </p:txBody>
      </p:sp>
      <p:sp>
        <p:nvSpPr>
          <p:cNvPr id="75" name="Google Shape;75;p19"/>
          <p:cNvSpPr txBox="1"/>
          <p:nvPr>
            <p:ph idx="1" type="body"/>
          </p:nvPr>
        </p:nvSpPr>
        <p:spPr>
          <a:xfrm>
            <a:off x="249360" y="2717440"/>
            <a:ext cx="2246400" cy="6217500"/>
          </a:xfrm>
          <a:prstGeom prst="rect">
            <a:avLst/>
          </a:prstGeom>
        </p:spPr>
        <p:txBody>
          <a:bodyPr anchorCtr="0" anchor="t" bIns="87650" lIns="87650" spcFirstLastPara="1" rIns="87650" wrap="square" tIns="87650">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6" name="Google Shape;76;p19"/>
          <p:cNvSpPr txBox="1"/>
          <p:nvPr>
            <p:ph idx="12" type="sldNum"/>
          </p:nvPr>
        </p:nvSpPr>
        <p:spPr>
          <a:xfrm>
            <a:off x="6777966" y="9119180"/>
            <a:ext cx="438900" cy="769500"/>
          </a:xfrm>
          <a:prstGeom prst="rect">
            <a:avLst/>
          </a:prstGeom>
        </p:spPr>
        <p:txBody>
          <a:bodyPr anchorCtr="0" anchor="ctr" bIns="87650" lIns="87650" spcFirstLastPara="1" rIns="87650" wrap="square" tIns="8765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392200" y="880293"/>
            <a:ext cx="5094300" cy="7999800"/>
          </a:xfrm>
          <a:prstGeom prst="rect">
            <a:avLst/>
          </a:prstGeom>
        </p:spPr>
        <p:txBody>
          <a:bodyPr anchorCtr="0" anchor="ctr" bIns="87650" lIns="87650" spcFirstLastPara="1" rIns="87650" wrap="square" tIns="87650">
            <a:normAutofit/>
          </a:bodyPr>
          <a:lstStyle>
            <a:lvl1pPr lvl="0" rtl="0">
              <a:spcBef>
                <a:spcPts val="0"/>
              </a:spcBef>
              <a:spcAft>
                <a:spcPts val="0"/>
              </a:spcAft>
              <a:buSzPts val="4600"/>
              <a:buNone/>
              <a:defRPr sz="4600"/>
            </a:lvl1pPr>
            <a:lvl2pPr lvl="1" rtl="0">
              <a:spcBef>
                <a:spcPts val="0"/>
              </a:spcBef>
              <a:spcAft>
                <a:spcPts val="0"/>
              </a:spcAft>
              <a:buSzPts val="4600"/>
              <a:buNone/>
              <a:defRPr sz="4600"/>
            </a:lvl2pPr>
            <a:lvl3pPr lvl="2" rtl="0">
              <a:spcBef>
                <a:spcPts val="0"/>
              </a:spcBef>
              <a:spcAft>
                <a:spcPts val="0"/>
              </a:spcAft>
              <a:buSzPts val="4600"/>
              <a:buNone/>
              <a:defRPr sz="4600"/>
            </a:lvl3pPr>
            <a:lvl4pPr lvl="3" rtl="0">
              <a:spcBef>
                <a:spcPts val="0"/>
              </a:spcBef>
              <a:spcAft>
                <a:spcPts val="0"/>
              </a:spcAft>
              <a:buSzPts val="4600"/>
              <a:buNone/>
              <a:defRPr sz="4600"/>
            </a:lvl4pPr>
            <a:lvl5pPr lvl="4" rtl="0">
              <a:spcBef>
                <a:spcPts val="0"/>
              </a:spcBef>
              <a:spcAft>
                <a:spcPts val="0"/>
              </a:spcAft>
              <a:buSzPts val="4600"/>
              <a:buNone/>
              <a:defRPr sz="4600"/>
            </a:lvl5pPr>
            <a:lvl6pPr lvl="5" rtl="0">
              <a:spcBef>
                <a:spcPts val="0"/>
              </a:spcBef>
              <a:spcAft>
                <a:spcPts val="0"/>
              </a:spcAft>
              <a:buSzPts val="4600"/>
              <a:buNone/>
              <a:defRPr sz="4600"/>
            </a:lvl6pPr>
            <a:lvl7pPr lvl="6" rtl="0">
              <a:spcBef>
                <a:spcPts val="0"/>
              </a:spcBef>
              <a:spcAft>
                <a:spcPts val="0"/>
              </a:spcAft>
              <a:buSzPts val="4600"/>
              <a:buNone/>
              <a:defRPr sz="4600"/>
            </a:lvl7pPr>
            <a:lvl8pPr lvl="7" rtl="0">
              <a:spcBef>
                <a:spcPts val="0"/>
              </a:spcBef>
              <a:spcAft>
                <a:spcPts val="0"/>
              </a:spcAft>
              <a:buSzPts val="4600"/>
              <a:buNone/>
              <a:defRPr sz="4600"/>
            </a:lvl8pPr>
            <a:lvl9pPr lvl="8" rtl="0">
              <a:spcBef>
                <a:spcPts val="0"/>
              </a:spcBef>
              <a:spcAft>
                <a:spcPts val="0"/>
              </a:spcAft>
              <a:buSzPts val="4600"/>
              <a:buNone/>
              <a:defRPr sz="4600"/>
            </a:lvl9pPr>
          </a:lstStyle>
          <a:p/>
        </p:txBody>
      </p:sp>
      <p:sp>
        <p:nvSpPr>
          <p:cNvPr id="79" name="Google Shape;79;p20"/>
          <p:cNvSpPr txBox="1"/>
          <p:nvPr>
            <p:ph idx="12" type="sldNum"/>
          </p:nvPr>
        </p:nvSpPr>
        <p:spPr>
          <a:xfrm>
            <a:off x="6777966" y="9119180"/>
            <a:ext cx="438900" cy="769500"/>
          </a:xfrm>
          <a:prstGeom prst="rect">
            <a:avLst/>
          </a:prstGeom>
        </p:spPr>
        <p:txBody>
          <a:bodyPr anchorCtr="0" anchor="ctr" bIns="87650" lIns="87650" spcFirstLastPara="1" rIns="87650" wrap="square" tIns="8765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3657600" y="-244"/>
            <a:ext cx="3657600" cy="10058400"/>
          </a:xfrm>
          <a:prstGeom prst="rect">
            <a:avLst/>
          </a:prstGeom>
          <a:solidFill>
            <a:schemeClr val="lt2"/>
          </a:solidFill>
          <a:ln>
            <a:noFill/>
          </a:ln>
        </p:spPr>
        <p:txBody>
          <a:bodyPr anchorCtr="0" anchor="ctr" bIns="87650" lIns="87650" spcFirstLastPara="1" rIns="87650" wrap="square" tIns="87650">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12400" y="2411542"/>
            <a:ext cx="3236100" cy="2898600"/>
          </a:xfrm>
          <a:prstGeom prst="rect">
            <a:avLst/>
          </a:prstGeom>
        </p:spPr>
        <p:txBody>
          <a:bodyPr anchorCtr="0" anchor="b" bIns="87650" lIns="87650" spcFirstLastPara="1" rIns="87650" wrap="square" tIns="87650">
            <a:normAutofit/>
          </a:bodyPr>
          <a:lstStyle>
            <a:lvl1pPr lvl="0" rtl="0" algn="ctr">
              <a:spcBef>
                <a:spcPts val="0"/>
              </a:spcBef>
              <a:spcAft>
                <a:spcPts val="0"/>
              </a:spcAft>
              <a:buSzPts val="4000"/>
              <a:buNone/>
              <a:defRPr sz="4000"/>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p:txBody>
      </p:sp>
      <p:sp>
        <p:nvSpPr>
          <p:cNvPr id="83" name="Google Shape;83;p21"/>
          <p:cNvSpPr txBox="1"/>
          <p:nvPr>
            <p:ph idx="1" type="subTitle"/>
          </p:nvPr>
        </p:nvSpPr>
        <p:spPr>
          <a:xfrm>
            <a:off x="212400" y="5481569"/>
            <a:ext cx="3236100" cy="2415300"/>
          </a:xfrm>
          <a:prstGeom prst="rect">
            <a:avLst/>
          </a:prstGeom>
        </p:spPr>
        <p:txBody>
          <a:bodyPr anchorCtr="0" anchor="t" bIns="87650" lIns="87650" spcFirstLastPara="1" rIns="87650" wrap="square" tIns="87650">
            <a:normAutofit/>
          </a:bodyPr>
          <a:lstStyle>
            <a:lvl1pPr lvl="0" rtl="0" algn="ctr">
              <a:lnSpc>
                <a:spcPct val="100000"/>
              </a:lnSpc>
              <a:spcBef>
                <a:spcPts val="0"/>
              </a:spcBef>
              <a:spcAft>
                <a:spcPts val="0"/>
              </a:spcAft>
              <a:buSzPts val="2000"/>
              <a:buNone/>
              <a:defRPr sz="2000"/>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84" name="Google Shape;84;p21"/>
          <p:cNvSpPr txBox="1"/>
          <p:nvPr>
            <p:ph idx="2" type="body"/>
          </p:nvPr>
        </p:nvSpPr>
        <p:spPr>
          <a:xfrm>
            <a:off x="3951600" y="1415969"/>
            <a:ext cx="3069600" cy="7226100"/>
          </a:xfrm>
          <a:prstGeom prst="rect">
            <a:avLst/>
          </a:prstGeom>
        </p:spPr>
        <p:txBody>
          <a:bodyPr anchorCtr="0" anchor="ctr" bIns="87650" lIns="87650" spcFirstLastPara="1" rIns="87650" wrap="square" tIns="87650">
            <a:normAutofit/>
          </a:bodyPr>
          <a:lstStyle>
            <a:lvl1pPr indent="-336550" lvl="0" marL="457200" rtl="0">
              <a:spcBef>
                <a:spcPts val="0"/>
              </a:spcBef>
              <a:spcAft>
                <a:spcPts val="0"/>
              </a:spcAft>
              <a:buSzPts val="1700"/>
              <a:buChar char="●"/>
              <a:defRPr/>
            </a:lvl1pPr>
            <a:lvl2pPr indent="-311150" lvl="1" marL="914400" rtl="0">
              <a:spcBef>
                <a:spcPts val="0"/>
              </a:spcBef>
              <a:spcAft>
                <a:spcPts val="0"/>
              </a:spcAft>
              <a:buSzPts val="1300"/>
              <a:buChar char="○"/>
              <a:defRPr/>
            </a:lvl2pPr>
            <a:lvl3pPr indent="-311150" lvl="2" marL="1371600" rtl="0">
              <a:spcBef>
                <a:spcPts val="0"/>
              </a:spcBef>
              <a:spcAft>
                <a:spcPts val="0"/>
              </a:spcAft>
              <a:buSzPts val="1300"/>
              <a:buChar char="■"/>
              <a:defRPr/>
            </a:lvl3pPr>
            <a:lvl4pPr indent="-311150" lvl="3" marL="1828800" rtl="0">
              <a:spcBef>
                <a:spcPts val="0"/>
              </a:spcBef>
              <a:spcAft>
                <a:spcPts val="0"/>
              </a:spcAft>
              <a:buSzPts val="1300"/>
              <a:buChar char="●"/>
              <a:defRPr/>
            </a:lvl4pPr>
            <a:lvl5pPr indent="-311150" lvl="4" marL="2286000" rtl="0">
              <a:spcBef>
                <a:spcPts val="0"/>
              </a:spcBef>
              <a:spcAft>
                <a:spcPts val="0"/>
              </a:spcAft>
              <a:buSzPts val="1300"/>
              <a:buChar char="○"/>
              <a:defRPr/>
            </a:lvl5pPr>
            <a:lvl6pPr indent="-311150" lvl="5" marL="2743200" rtl="0">
              <a:spcBef>
                <a:spcPts val="0"/>
              </a:spcBef>
              <a:spcAft>
                <a:spcPts val="0"/>
              </a:spcAft>
              <a:buSzPts val="1300"/>
              <a:buChar char="■"/>
              <a:defRPr/>
            </a:lvl6pPr>
            <a:lvl7pPr indent="-311150" lvl="6" marL="3200400" rtl="0">
              <a:spcBef>
                <a:spcPts val="0"/>
              </a:spcBef>
              <a:spcAft>
                <a:spcPts val="0"/>
              </a:spcAft>
              <a:buSzPts val="1300"/>
              <a:buChar char="●"/>
              <a:defRPr/>
            </a:lvl7pPr>
            <a:lvl8pPr indent="-311150" lvl="7" marL="3657600" rtl="0">
              <a:spcBef>
                <a:spcPts val="0"/>
              </a:spcBef>
              <a:spcAft>
                <a:spcPts val="0"/>
              </a:spcAft>
              <a:buSzPts val="1300"/>
              <a:buChar char="○"/>
              <a:defRPr/>
            </a:lvl8pPr>
            <a:lvl9pPr indent="-311150" lvl="8" marL="4114800" rtl="0">
              <a:spcBef>
                <a:spcPts val="0"/>
              </a:spcBef>
              <a:spcAft>
                <a:spcPts val="0"/>
              </a:spcAft>
              <a:buSzPts val="1300"/>
              <a:buChar char="■"/>
              <a:defRPr/>
            </a:lvl9pPr>
          </a:lstStyle>
          <a:p/>
        </p:txBody>
      </p:sp>
      <p:sp>
        <p:nvSpPr>
          <p:cNvPr id="85" name="Google Shape;85;p21"/>
          <p:cNvSpPr txBox="1"/>
          <p:nvPr>
            <p:ph idx="12" type="sldNum"/>
          </p:nvPr>
        </p:nvSpPr>
        <p:spPr>
          <a:xfrm>
            <a:off x="6777966" y="9119180"/>
            <a:ext cx="438900" cy="769500"/>
          </a:xfrm>
          <a:prstGeom prst="rect">
            <a:avLst/>
          </a:prstGeom>
        </p:spPr>
        <p:txBody>
          <a:bodyPr anchorCtr="0" anchor="ctr" bIns="87650" lIns="87650" spcFirstLastPara="1" rIns="87650" wrap="square" tIns="8765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249360" y="8273124"/>
            <a:ext cx="4799100" cy="1183500"/>
          </a:xfrm>
          <a:prstGeom prst="rect">
            <a:avLst/>
          </a:prstGeom>
        </p:spPr>
        <p:txBody>
          <a:bodyPr anchorCtr="0" anchor="ctr" bIns="87650" lIns="87650" spcFirstLastPara="1" rIns="87650" wrap="square" tIns="87650">
            <a:normAutofit/>
          </a:bodyPr>
          <a:lstStyle>
            <a:lvl1pPr indent="-228600" lvl="0" marL="457200" rtl="0">
              <a:lnSpc>
                <a:spcPct val="100000"/>
              </a:lnSpc>
              <a:spcBef>
                <a:spcPts val="0"/>
              </a:spcBef>
              <a:spcAft>
                <a:spcPts val="0"/>
              </a:spcAft>
              <a:buSzPts val="1700"/>
              <a:buNone/>
              <a:defRPr/>
            </a:lvl1pPr>
          </a:lstStyle>
          <a:p/>
        </p:txBody>
      </p:sp>
      <p:sp>
        <p:nvSpPr>
          <p:cNvPr id="88" name="Google Shape;88;p22"/>
          <p:cNvSpPr txBox="1"/>
          <p:nvPr>
            <p:ph idx="12" type="sldNum"/>
          </p:nvPr>
        </p:nvSpPr>
        <p:spPr>
          <a:xfrm>
            <a:off x="6777966" y="9119180"/>
            <a:ext cx="438900" cy="769500"/>
          </a:xfrm>
          <a:prstGeom prst="rect">
            <a:avLst/>
          </a:prstGeom>
        </p:spPr>
        <p:txBody>
          <a:bodyPr anchorCtr="0" anchor="ctr" bIns="87650" lIns="87650" spcFirstLastPara="1" rIns="87650" wrap="square" tIns="8765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249360" y="2163089"/>
            <a:ext cx="6816600" cy="3839700"/>
          </a:xfrm>
          <a:prstGeom prst="rect">
            <a:avLst/>
          </a:prstGeom>
        </p:spPr>
        <p:txBody>
          <a:bodyPr anchorCtr="0" anchor="b" bIns="87650" lIns="87650" spcFirstLastPara="1" rIns="87650" wrap="square" tIns="87650">
            <a:normAutofit/>
          </a:bodyPr>
          <a:lstStyle>
            <a:lvl1pPr lvl="0" rtl="0" algn="ctr">
              <a:spcBef>
                <a:spcPts val="0"/>
              </a:spcBef>
              <a:spcAft>
                <a:spcPts val="0"/>
              </a:spcAft>
              <a:buSzPts val="11500"/>
              <a:buNone/>
              <a:defRPr sz="11500"/>
            </a:lvl1pPr>
            <a:lvl2pPr lvl="1" rtl="0" algn="ctr">
              <a:spcBef>
                <a:spcPts val="0"/>
              </a:spcBef>
              <a:spcAft>
                <a:spcPts val="0"/>
              </a:spcAft>
              <a:buSzPts val="11500"/>
              <a:buNone/>
              <a:defRPr sz="11500"/>
            </a:lvl2pPr>
            <a:lvl3pPr lvl="2" rtl="0" algn="ctr">
              <a:spcBef>
                <a:spcPts val="0"/>
              </a:spcBef>
              <a:spcAft>
                <a:spcPts val="0"/>
              </a:spcAft>
              <a:buSzPts val="11500"/>
              <a:buNone/>
              <a:defRPr sz="11500"/>
            </a:lvl3pPr>
            <a:lvl4pPr lvl="3" rtl="0" algn="ctr">
              <a:spcBef>
                <a:spcPts val="0"/>
              </a:spcBef>
              <a:spcAft>
                <a:spcPts val="0"/>
              </a:spcAft>
              <a:buSzPts val="11500"/>
              <a:buNone/>
              <a:defRPr sz="11500"/>
            </a:lvl4pPr>
            <a:lvl5pPr lvl="4" rtl="0" algn="ctr">
              <a:spcBef>
                <a:spcPts val="0"/>
              </a:spcBef>
              <a:spcAft>
                <a:spcPts val="0"/>
              </a:spcAft>
              <a:buSzPts val="11500"/>
              <a:buNone/>
              <a:defRPr sz="11500"/>
            </a:lvl5pPr>
            <a:lvl6pPr lvl="5" rtl="0" algn="ctr">
              <a:spcBef>
                <a:spcPts val="0"/>
              </a:spcBef>
              <a:spcAft>
                <a:spcPts val="0"/>
              </a:spcAft>
              <a:buSzPts val="11500"/>
              <a:buNone/>
              <a:defRPr sz="11500"/>
            </a:lvl6pPr>
            <a:lvl7pPr lvl="6" rtl="0" algn="ctr">
              <a:spcBef>
                <a:spcPts val="0"/>
              </a:spcBef>
              <a:spcAft>
                <a:spcPts val="0"/>
              </a:spcAft>
              <a:buSzPts val="11500"/>
              <a:buNone/>
              <a:defRPr sz="11500"/>
            </a:lvl7pPr>
            <a:lvl8pPr lvl="7" rtl="0" algn="ctr">
              <a:spcBef>
                <a:spcPts val="0"/>
              </a:spcBef>
              <a:spcAft>
                <a:spcPts val="0"/>
              </a:spcAft>
              <a:buSzPts val="11500"/>
              <a:buNone/>
              <a:defRPr sz="11500"/>
            </a:lvl8pPr>
            <a:lvl9pPr lvl="8" rtl="0" algn="ctr">
              <a:spcBef>
                <a:spcPts val="0"/>
              </a:spcBef>
              <a:spcAft>
                <a:spcPts val="0"/>
              </a:spcAft>
              <a:buSzPts val="11500"/>
              <a:buNone/>
              <a:defRPr sz="11500"/>
            </a:lvl9pPr>
          </a:lstStyle>
          <a:p>
            <a:r>
              <a:t>xx%</a:t>
            </a:r>
          </a:p>
        </p:txBody>
      </p:sp>
      <p:sp>
        <p:nvSpPr>
          <p:cNvPr id="91" name="Google Shape;91;p23"/>
          <p:cNvSpPr txBox="1"/>
          <p:nvPr>
            <p:ph idx="1" type="body"/>
          </p:nvPr>
        </p:nvSpPr>
        <p:spPr>
          <a:xfrm>
            <a:off x="249360" y="6164351"/>
            <a:ext cx="6816600" cy="2543700"/>
          </a:xfrm>
          <a:prstGeom prst="rect">
            <a:avLst/>
          </a:prstGeom>
        </p:spPr>
        <p:txBody>
          <a:bodyPr anchorCtr="0" anchor="t" bIns="87650" lIns="87650" spcFirstLastPara="1" rIns="87650" wrap="square" tIns="87650">
            <a:normAutofit/>
          </a:bodyPr>
          <a:lstStyle>
            <a:lvl1pPr indent="-336550" lvl="0" marL="457200" rtl="0" algn="ctr">
              <a:spcBef>
                <a:spcPts val="0"/>
              </a:spcBef>
              <a:spcAft>
                <a:spcPts val="0"/>
              </a:spcAft>
              <a:buSzPts val="1700"/>
              <a:buChar char="●"/>
              <a:defRPr/>
            </a:lvl1pPr>
            <a:lvl2pPr indent="-311150" lvl="1" marL="914400" rtl="0" algn="ctr">
              <a:spcBef>
                <a:spcPts val="0"/>
              </a:spcBef>
              <a:spcAft>
                <a:spcPts val="0"/>
              </a:spcAft>
              <a:buSzPts val="1300"/>
              <a:buChar char="○"/>
              <a:defRPr/>
            </a:lvl2pPr>
            <a:lvl3pPr indent="-311150" lvl="2" marL="1371600" rtl="0" algn="ctr">
              <a:spcBef>
                <a:spcPts val="0"/>
              </a:spcBef>
              <a:spcAft>
                <a:spcPts val="0"/>
              </a:spcAft>
              <a:buSzPts val="1300"/>
              <a:buChar char="■"/>
              <a:defRPr/>
            </a:lvl3pPr>
            <a:lvl4pPr indent="-311150" lvl="3" marL="1828800" rtl="0" algn="ctr">
              <a:spcBef>
                <a:spcPts val="0"/>
              </a:spcBef>
              <a:spcAft>
                <a:spcPts val="0"/>
              </a:spcAft>
              <a:buSzPts val="1300"/>
              <a:buChar char="●"/>
              <a:defRPr/>
            </a:lvl4pPr>
            <a:lvl5pPr indent="-311150" lvl="4" marL="2286000" rtl="0" algn="ctr">
              <a:spcBef>
                <a:spcPts val="0"/>
              </a:spcBef>
              <a:spcAft>
                <a:spcPts val="0"/>
              </a:spcAft>
              <a:buSzPts val="1300"/>
              <a:buChar char="○"/>
              <a:defRPr/>
            </a:lvl5pPr>
            <a:lvl6pPr indent="-311150" lvl="5" marL="2743200" rtl="0" algn="ctr">
              <a:spcBef>
                <a:spcPts val="0"/>
              </a:spcBef>
              <a:spcAft>
                <a:spcPts val="0"/>
              </a:spcAft>
              <a:buSzPts val="1300"/>
              <a:buChar char="■"/>
              <a:defRPr/>
            </a:lvl6pPr>
            <a:lvl7pPr indent="-311150" lvl="6" marL="3200400" rtl="0" algn="ctr">
              <a:spcBef>
                <a:spcPts val="0"/>
              </a:spcBef>
              <a:spcAft>
                <a:spcPts val="0"/>
              </a:spcAft>
              <a:buSzPts val="1300"/>
              <a:buChar char="●"/>
              <a:defRPr/>
            </a:lvl7pPr>
            <a:lvl8pPr indent="-311150" lvl="7" marL="3657600" rtl="0" algn="ctr">
              <a:spcBef>
                <a:spcPts val="0"/>
              </a:spcBef>
              <a:spcAft>
                <a:spcPts val="0"/>
              </a:spcAft>
              <a:buSzPts val="1300"/>
              <a:buChar char="○"/>
              <a:defRPr/>
            </a:lvl8pPr>
            <a:lvl9pPr indent="-311150" lvl="8" marL="4114800" rtl="0" algn="ctr">
              <a:spcBef>
                <a:spcPts val="0"/>
              </a:spcBef>
              <a:spcAft>
                <a:spcPts val="0"/>
              </a:spcAft>
              <a:buSzPts val="1300"/>
              <a:buChar char="■"/>
              <a:defRPr/>
            </a:lvl9pPr>
          </a:lstStyle>
          <a:p/>
        </p:txBody>
      </p:sp>
      <p:sp>
        <p:nvSpPr>
          <p:cNvPr id="92" name="Google Shape;92;p23"/>
          <p:cNvSpPr txBox="1"/>
          <p:nvPr>
            <p:ph idx="12" type="sldNum"/>
          </p:nvPr>
        </p:nvSpPr>
        <p:spPr>
          <a:xfrm>
            <a:off x="6777966" y="9119180"/>
            <a:ext cx="438900" cy="769500"/>
          </a:xfrm>
          <a:prstGeom prst="rect">
            <a:avLst/>
          </a:prstGeom>
        </p:spPr>
        <p:txBody>
          <a:bodyPr anchorCtr="0" anchor="ctr" bIns="87650" lIns="87650" spcFirstLastPara="1" rIns="87650" wrap="square" tIns="8765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6777966" y="9119180"/>
            <a:ext cx="438900" cy="769500"/>
          </a:xfrm>
          <a:prstGeom prst="rect">
            <a:avLst/>
          </a:prstGeom>
        </p:spPr>
        <p:txBody>
          <a:bodyPr anchorCtr="0" anchor="ctr" bIns="87650" lIns="87650" spcFirstLastPara="1" rIns="87650" wrap="square" tIns="8765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9360" y="870271"/>
            <a:ext cx="6816600" cy="11199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49360" y="2253729"/>
            <a:ext cx="6816600" cy="6681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6777966" y="9119180"/>
            <a:ext cx="438900" cy="7698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49360" y="870271"/>
            <a:ext cx="6816600" cy="1119900"/>
          </a:xfrm>
          <a:prstGeom prst="rect">
            <a:avLst/>
          </a:prstGeom>
          <a:noFill/>
          <a:ln>
            <a:noFill/>
          </a:ln>
        </p:spPr>
        <p:txBody>
          <a:bodyPr anchorCtr="0" anchor="t" bIns="87650" lIns="87650" spcFirstLastPara="1" rIns="87650" wrap="square" tIns="87650">
            <a:normAutofit/>
          </a:bodyPr>
          <a:lstStyle>
            <a:lvl1pPr lvl="0" rtl="0">
              <a:spcBef>
                <a:spcPts val="0"/>
              </a:spcBef>
              <a:spcAft>
                <a:spcPts val="0"/>
              </a:spcAft>
              <a:buClr>
                <a:schemeClr val="dk1"/>
              </a:buClr>
              <a:buSzPts val="2700"/>
              <a:buNone/>
              <a:defRPr sz="2700">
                <a:solidFill>
                  <a:schemeClr val="dk1"/>
                </a:solidFill>
              </a:defRPr>
            </a:lvl1pPr>
            <a:lvl2pPr lvl="1" rtl="0">
              <a:spcBef>
                <a:spcPts val="0"/>
              </a:spcBef>
              <a:spcAft>
                <a:spcPts val="0"/>
              </a:spcAft>
              <a:buClr>
                <a:schemeClr val="dk1"/>
              </a:buClr>
              <a:buSzPts val="2700"/>
              <a:buNone/>
              <a:defRPr sz="2700">
                <a:solidFill>
                  <a:schemeClr val="dk1"/>
                </a:solidFill>
              </a:defRPr>
            </a:lvl2pPr>
            <a:lvl3pPr lvl="2" rtl="0">
              <a:spcBef>
                <a:spcPts val="0"/>
              </a:spcBef>
              <a:spcAft>
                <a:spcPts val="0"/>
              </a:spcAft>
              <a:buClr>
                <a:schemeClr val="dk1"/>
              </a:buClr>
              <a:buSzPts val="2700"/>
              <a:buNone/>
              <a:defRPr sz="2700">
                <a:solidFill>
                  <a:schemeClr val="dk1"/>
                </a:solidFill>
              </a:defRPr>
            </a:lvl3pPr>
            <a:lvl4pPr lvl="3" rtl="0">
              <a:spcBef>
                <a:spcPts val="0"/>
              </a:spcBef>
              <a:spcAft>
                <a:spcPts val="0"/>
              </a:spcAft>
              <a:buClr>
                <a:schemeClr val="dk1"/>
              </a:buClr>
              <a:buSzPts val="2700"/>
              <a:buNone/>
              <a:defRPr sz="2700">
                <a:solidFill>
                  <a:schemeClr val="dk1"/>
                </a:solidFill>
              </a:defRPr>
            </a:lvl4pPr>
            <a:lvl5pPr lvl="4" rtl="0">
              <a:spcBef>
                <a:spcPts val="0"/>
              </a:spcBef>
              <a:spcAft>
                <a:spcPts val="0"/>
              </a:spcAft>
              <a:buClr>
                <a:schemeClr val="dk1"/>
              </a:buClr>
              <a:buSzPts val="2700"/>
              <a:buNone/>
              <a:defRPr sz="2700">
                <a:solidFill>
                  <a:schemeClr val="dk1"/>
                </a:solidFill>
              </a:defRPr>
            </a:lvl5pPr>
            <a:lvl6pPr lvl="5" rtl="0">
              <a:spcBef>
                <a:spcPts val="0"/>
              </a:spcBef>
              <a:spcAft>
                <a:spcPts val="0"/>
              </a:spcAft>
              <a:buClr>
                <a:schemeClr val="dk1"/>
              </a:buClr>
              <a:buSzPts val="2700"/>
              <a:buNone/>
              <a:defRPr sz="2700">
                <a:solidFill>
                  <a:schemeClr val="dk1"/>
                </a:solidFill>
              </a:defRPr>
            </a:lvl6pPr>
            <a:lvl7pPr lvl="6" rtl="0">
              <a:spcBef>
                <a:spcPts val="0"/>
              </a:spcBef>
              <a:spcAft>
                <a:spcPts val="0"/>
              </a:spcAft>
              <a:buClr>
                <a:schemeClr val="dk1"/>
              </a:buClr>
              <a:buSzPts val="2700"/>
              <a:buNone/>
              <a:defRPr sz="2700">
                <a:solidFill>
                  <a:schemeClr val="dk1"/>
                </a:solidFill>
              </a:defRPr>
            </a:lvl7pPr>
            <a:lvl8pPr lvl="7" rtl="0">
              <a:spcBef>
                <a:spcPts val="0"/>
              </a:spcBef>
              <a:spcAft>
                <a:spcPts val="0"/>
              </a:spcAft>
              <a:buClr>
                <a:schemeClr val="dk1"/>
              </a:buClr>
              <a:buSzPts val="2700"/>
              <a:buNone/>
              <a:defRPr sz="2700">
                <a:solidFill>
                  <a:schemeClr val="dk1"/>
                </a:solidFill>
              </a:defRPr>
            </a:lvl8pPr>
            <a:lvl9pPr lvl="8" rtl="0">
              <a:spcBef>
                <a:spcPts val="0"/>
              </a:spcBef>
              <a:spcAft>
                <a:spcPts val="0"/>
              </a:spcAft>
              <a:buClr>
                <a:schemeClr val="dk1"/>
              </a:buClr>
              <a:buSzPts val="2700"/>
              <a:buNone/>
              <a:defRPr sz="2700">
                <a:solidFill>
                  <a:schemeClr val="dk1"/>
                </a:solidFill>
              </a:defRPr>
            </a:lvl9pPr>
          </a:lstStyle>
          <a:p/>
        </p:txBody>
      </p:sp>
      <p:sp>
        <p:nvSpPr>
          <p:cNvPr id="52" name="Google Shape;52;p13"/>
          <p:cNvSpPr txBox="1"/>
          <p:nvPr>
            <p:ph idx="1" type="body"/>
          </p:nvPr>
        </p:nvSpPr>
        <p:spPr>
          <a:xfrm>
            <a:off x="249360" y="2253729"/>
            <a:ext cx="6816600" cy="6681000"/>
          </a:xfrm>
          <a:prstGeom prst="rect">
            <a:avLst/>
          </a:prstGeom>
          <a:noFill/>
          <a:ln>
            <a:noFill/>
          </a:ln>
        </p:spPr>
        <p:txBody>
          <a:bodyPr anchorCtr="0" anchor="t" bIns="87650" lIns="87650" spcFirstLastPara="1" rIns="87650" wrap="square" tIns="87650">
            <a:normAutofit/>
          </a:bodyPr>
          <a:lstStyle>
            <a:lvl1pPr indent="-336550" lvl="0" marL="457200" rtl="0">
              <a:lnSpc>
                <a:spcPct val="115000"/>
              </a:lnSpc>
              <a:spcBef>
                <a:spcPts val="0"/>
              </a:spcBef>
              <a:spcAft>
                <a:spcPts val="0"/>
              </a:spcAft>
              <a:buClr>
                <a:schemeClr val="dk2"/>
              </a:buClr>
              <a:buSzPts val="1700"/>
              <a:buChar char="●"/>
              <a:defRPr sz="1700">
                <a:solidFill>
                  <a:schemeClr val="dk2"/>
                </a:solidFill>
              </a:defRPr>
            </a:lvl1pPr>
            <a:lvl2pPr indent="-311150" lvl="1" marL="914400" rtl="0">
              <a:lnSpc>
                <a:spcPct val="115000"/>
              </a:lnSpc>
              <a:spcBef>
                <a:spcPts val="0"/>
              </a:spcBef>
              <a:spcAft>
                <a:spcPts val="0"/>
              </a:spcAft>
              <a:buClr>
                <a:schemeClr val="dk2"/>
              </a:buClr>
              <a:buSzPts val="1300"/>
              <a:buChar char="○"/>
              <a:defRPr sz="1300">
                <a:solidFill>
                  <a:schemeClr val="dk2"/>
                </a:solidFill>
              </a:defRPr>
            </a:lvl2pPr>
            <a:lvl3pPr indent="-311150" lvl="2" marL="1371600" rtl="0">
              <a:lnSpc>
                <a:spcPct val="115000"/>
              </a:lnSpc>
              <a:spcBef>
                <a:spcPts val="0"/>
              </a:spcBef>
              <a:spcAft>
                <a:spcPts val="0"/>
              </a:spcAft>
              <a:buClr>
                <a:schemeClr val="dk2"/>
              </a:buClr>
              <a:buSzPts val="1300"/>
              <a:buChar char="■"/>
              <a:defRPr sz="1300">
                <a:solidFill>
                  <a:schemeClr val="dk2"/>
                </a:solidFill>
              </a:defRPr>
            </a:lvl3pPr>
            <a:lvl4pPr indent="-311150" lvl="3" marL="1828800" rtl="0">
              <a:lnSpc>
                <a:spcPct val="115000"/>
              </a:lnSpc>
              <a:spcBef>
                <a:spcPts val="0"/>
              </a:spcBef>
              <a:spcAft>
                <a:spcPts val="0"/>
              </a:spcAft>
              <a:buClr>
                <a:schemeClr val="dk2"/>
              </a:buClr>
              <a:buSzPts val="1300"/>
              <a:buChar char="●"/>
              <a:defRPr sz="1300">
                <a:solidFill>
                  <a:schemeClr val="dk2"/>
                </a:solidFill>
              </a:defRPr>
            </a:lvl4pPr>
            <a:lvl5pPr indent="-311150" lvl="4" marL="2286000" rtl="0">
              <a:lnSpc>
                <a:spcPct val="115000"/>
              </a:lnSpc>
              <a:spcBef>
                <a:spcPts val="0"/>
              </a:spcBef>
              <a:spcAft>
                <a:spcPts val="0"/>
              </a:spcAft>
              <a:buClr>
                <a:schemeClr val="dk2"/>
              </a:buClr>
              <a:buSzPts val="1300"/>
              <a:buChar char="○"/>
              <a:defRPr sz="1300">
                <a:solidFill>
                  <a:schemeClr val="dk2"/>
                </a:solidFill>
              </a:defRPr>
            </a:lvl5pPr>
            <a:lvl6pPr indent="-311150" lvl="5" marL="2743200" rtl="0">
              <a:lnSpc>
                <a:spcPct val="115000"/>
              </a:lnSpc>
              <a:spcBef>
                <a:spcPts val="0"/>
              </a:spcBef>
              <a:spcAft>
                <a:spcPts val="0"/>
              </a:spcAft>
              <a:buClr>
                <a:schemeClr val="dk2"/>
              </a:buClr>
              <a:buSzPts val="1300"/>
              <a:buChar char="■"/>
              <a:defRPr sz="1300">
                <a:solidFill>
                  <a:schemeClr val="dk2"/>
                </a:solidFill>
              </a:defRPr>
            </a:lvl6pPr>
            <a:lvl7pPr indent="-311150" lvl="6" marL="3200400" rtl="0">
              <a:lnSpc>
                <a:spcPct val="115000"/>
              </a:lnSpc>
              <a:spcBef>
                <a:spcPts val="0"/>
              </a:spcBef>
              <a:spcAft>
                <a:spcPts val="0"/>
              </a:spcAft>
              <a:buClr>
                <a:schemeClr val="dk2"/>
              </a:buClr>
              <a:buSzPts val="1300"/>
              <a:buChar char="●"/>
              <a:defRPr sz="1300">
                <a:solidFill>
                  <a:schemeClr val="dk2"/>
                </a:solidFill>
              </a:defRPr>
            </a:lvl7pPr>
            <a:lvl8pPr indent="-311150" lvl="7" marL="3657600" rtl="0">
              <a:lnSpc>
                <a:spcPct val="115000"/>
              </a:lnSpc>
              <a:spcBef>
                <a:spcPts val="0"/>
              </a:spcBef>
              <a:spcAft>
                <a:spcPts val="0"/>
              </a:spcAft>
              <a:buClr>
                <a:schemeClr val="dk2"/>
              </a:buClr>
              <a:buSzPts val="1300"/>
              <a:buChar char="○"/>
              <a:defRPr sz="1300">
                <a:solidFill>
                  <a:schemeClr val="dk2"/>
                </a:solidFill>
              </a:defRPr>
            </a:lvl8pPr>
            <a:lvl9pPr indent="-311150" lvl="8" marL="4114800" rtl="0">
              <a:lnSpc>
                <a:spcPct val="115000"/>
              </a:lnSpc>
              <a:spcBef>
                <a:spcPts val="0"/>
              </a:spcBef>
              <a:spcAft>
                <a:spcPts val="0"/>
              </a:spcAft>
              <a:buClr>
                <a:schemeClr val="dk2"/>
              </a:buClr>
              <a:buSzPts val="1300"/>
              <a:buChar char="■"/>
              <a:defRPr sz="1300">
                <a:solidFill>
                  <a:schemeClr val="dk2"/>
                </a:solidFill>
              </a:defRPr>
            </a:lvl9pPr>
          </a:lstStyle>
          <a:p/>
        </p:txBody>
      </p:sp>
      <p:sp>
        <p:nvSpPr>
          <p:cNvPr id="53" name="Google Shape;53;p13"/>
          <p:cNvSpPr txBox="1"/>
          <p:nvPr>
            <p:ph idx="12" type="sldNum"/>
          </p:nvPr>
        </p:nvSpPr>
        <p:spPr>
          <a:xfrm>
            <a:off x="6777966" y="9119180"/>
            <a:ext cx="438900" cy="769500"/>
          </a:xfrm>
          <a:prstGeom prst="rect">
            <a:avLst/>
          </a:prstGeom>
          <a:noFill/>
          <a:ln>
            <a:noFill/>
          </a:ln>
        </p:spPr>
        <p:txBody>
          <a:bodyPr anchorCtr="0" anchor="ctr" bIns="87650" lIns="87650" spcFirstLastPara="1" rIns="87650" wrap="square" tIns="87650">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4.xml"/><Relationship Id="rId10" Type="http://schemas.openxmlformats.org/officeDocument/2006/relationships/slide" Target="/ppt/slides/slide12.xml"/><Relationship Id="rId9" Type="http://schemas.openxmlformats.org/officeDocument/2006/relationships/slide" Target="/ppt/slides/slide10.xml"/><Relationship Id="rId5" Type="http://schemas.openxmlformats.org/officeDocument/2006/relationships/slide" Target="/ppt/slides/slide4.xml"/><Relationship Id="rId6" Type="http://schemas.openxmlformats.org/officeDocument/2006/relationships/slide" Target="/ppt/slides/slide6.xml"/><Relationship Id="rId7" Type="http://schemas.openxmlformats.org/officeDocument/2006/relationships/slide" Target="/ppt/slides/slide8.xml"/><Relationship Id="rId8" Type="http://schemas.openxmlformats.org/officeDocument/2006/relationships/slide" Target="/ppt/slid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jpg"/><Relationship Id="rId4"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hyperlink" Target="https://www.evisa.gov.tr/" TargetMode="External"/><Relationship Id="rId4" Type="http://schemas.openxmlformats.org/officeDocument/2006/relationships/hyperlink" Target="https://www.evisa.gov.tr/"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7.jpg"/><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0000"/>
        </a:solidFill>
      </p:bgPr>
    </p:bg>
    <p:spTree>
      <p:nvGrpSpPr>
        <p:cNvPr id="98" name="Shape 98"/>
        <p:cNvGrpSpPr/>
        <p:nvPr/>
      </p:nvGrpSpPr>
      <p:grpSpPr>
        <a:xfrm>
          <a:off x="0" y="0"/>
          <a:ext cx="0" cy="0"/>
          <a:chOff x="0" y="0"/>
          <a:chExt cx="0" cy="0"/>
        </a:xfrm>
      </p:grpSpPr>
      <p:sp>
        <p:nvSpPr>
          <p:cNvPr id="99" name="Google Shape;99;p25"/>
          <p:cNvSpPr/>
          <p:nvPr/>
        </p:nvSpPr>
        <p:spPr>
          <a:xfrm>
            <a:off x="0" y="0"/>
            <a:ext cx="7315200" cy="10225500"/>
          </a:xfrm>
          <a:prstGeom prst="rect">
            <a:avLst/>
          </a:prstGeom>
          <a:solidFill>
            <a:srgbClr val="980000"/>
          </a:solidFill>
          <a:ln>
            <a:noFill/>
          </a:ln>
        </p:spPr>
        <p:txBody>
          <a:bodyPr anchorCtr="0" anchor="ctr" bIns="87650" lIns="87650" spcFirstLastPara="1" rIns="87650" wrap="square" tIns="87650">
            <a:noAutofit/>
          </a:bodyPr>
          <a:lstStyle/>
          <a:p>
            <a:pPr indent="0" lvl="0" marL="0" rtl="0" algn="l">
              <a:spcBef>
                <a:spcPts val="0"/>
              </a:spcBef>
              <a:spcAft>
                <a:spcPts val="0"/>
              </a:spcAft>
              <a:buNone/>
            </a:pPr>
            <a:r>
              <a:t/>
            </a:r>
            <a:endParaRPr/>
          </a:p>
        </p:txBody>
      </p:sp>
      <p:sp>
        <p:nvSpPr>
          <p:cNvPr id="100" name="Google Shape;100;p25"/>
          <p:cNvSpPr txBox="1"/>
          <p:nvPr/>
        </p:nvSpPr>
        <p:spPr>
          <a:xfrm>
            <a:off x="1315200" y="5189363"/>
            <a:ext cx="4684800" cy="800400"/>
          </a:xfrm>
          <a:prstGeom prst="rect">
            <a:avLst/>
          </a:prstGeom>
          <a:solidFill>
            <a:schemeClr val="dk1"/>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4000">
                <a:solidFill>
                  <a:srgbClr val="EBE9DA"/>
                </a:solidFill>
                <a:latin typeface="Montserrat"/>
                <a:ea typeface="Montserrat"/>
                <a:cs typeface="Montserrat"/>
                <a:sym typeface="Montserrat"/>
              </a:rPr>
              <a:t>TRAVEL PACK</a:t>
            </a:r>
            <a:endParaRPr b="1" sz="4000">
              <a:solidFill>
                <a:srgbClr val="EBE9DA"/>
              </a:solidFill>
              <a:latin typeface="Montserrat"/>
              <a:ea typeface="Montserrat"/>
              <a:cs typeface="Montserrat"/>
              <a:sym typeface="Montserrat"/>
            </a:endParaRPr>
          </a:p>
        </p:txBody>
      </p:sp>
      <p:pic>
        <p:nvPicPr>
          <p:cNvPr id="101" name="Google Shape;101;p25"/>
          <p:cNvPicPr preferRelativeResize="0"/>
          <p:nvPr/>
        </p:nvPicPr>
        <p:blipFill>
          <a:blip r:embed="rId3">
            <a:alphaModFix/>
          </a:blip>
          <a:stretch>
            <a:fillRect/>
          </a:stretch>
        </p:blipFill>
        <p:spPr>
          <a:xfrm>
            <a:off x="0" y="0"/>
            <a:ext cx="7315200" cy="5078375"/>
          </a:xfrm>
          <a:prstGeom prst="rect">
            <a:avLst/>
          </a:prstGeom>
          <a:solidFill>
            <a:srgbClr val="980000"/>
          </a:solidFill>
          <a:ln>
            <a:noFill/>
          </a:ln>
        </p:spPr>
      </p:pic>
      <p:pic>
        <p:nvPicPr>
          <p:cNvPr id="102" name="Google Shape;102;p25"/>
          <p:cNvPicPr preferRelativeResize="0"/>
          <p:nvPr/>
        </p:nvPicPr>
        <p:blipFill>
          <a:blip r:embed="rId4">
            <a:alphaModFix/>
          </a:blip>
          <a:stretch>
            <a:fillRect/>
          </a:stretch>
        </p:blipFill>
        <p:spPr>
          <a:xfrm>
            <a:off x="0" y="6100775"/>
            <a:ext cx="7315200" cy="41247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0000"/>
        </a:solidFill>
      </p:bgPr>
    </p:bg>
    <p:spTree>
      <p:nvGrpSpPr>
        <p:cNvPr id="106" name="Shape 106"/>
        <p:cNvGrpSpPr/>
        <p:nvPr/>
      </p:nvGrpSpPr>
      <p:grpSpPr>
        <a:xfrm>
          <a:off x="0" y="0"/>
          <a:ext cx="0" cy="0"/>
          <a:chOff x="0" y="0"/>
          <a:chExt cx="0" cy="0"/>
        </a:xfrm>
      </p:grpSpPr>
      <p:sp>
        <p:nvSpPr>
          <p:cNvPr id="107" name="Google Shape;107;p26"/>
          <p:cNvSpPr txBox="1"/>
          <p:nvPr/>
        </p:nvSpPr>
        <p:spPr>
          <a:xfrm>
            <a:off x="565925" y="1497000"/>
            <a:ext cx="3734700" cy="6387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87650" lIns="87650" spcFirstLastPara="1" rIns="87650" wrap="square" tIns="87650">
            <a:spAutoFit/>
          </a:bodyPr>
          <a:lstStyle/>
          <a:p>
            <a:pPr indent="0" lvl="0" marL="0" rtl="0" algn="l">
              <a:spcBef>
                <a:spcPts val="0"/>
              </a:spcBef>
              <a:spcAft>
                <a:spcPts val="0"/>
              </a:spcAft>
              <a:buNone/>
            </a:pPr>
            <a:r>
              <a:rPr b="1" lang="en" sz="3000">
                <a:solidFill>
                  <a:schemeClr val="accent1"/>
                </a:solidFill>
                <a:latin typeface="Montserrat"/>
                <a:ea typeface="Montserrat"/>
                <a:cs typeface="Montserrat"/>
                <a:sym typeface="Montserrat"/>
              </a:rPr>
              <a:t>Table of Contents</a:t>
            </a:r>
            <a:endParaRPr b="1" sz="3000">
              <a:solidFill>
                <a:schemeClr val="accent1"/>
              </a:solidFill>
              <a:highlight>
                <a:schemeClr val="lt1"/>
              </a:highlight>
              <a:latin typeface="Montserrat"/>
              <a:ea typeface="Montserrat"/>
              <a:cs typeface="Montserrat"/>
              <a:sym typeface="Montserrat"/>
            </a:endParaRPr>
          </a:p>
        </p:txBody>
      </p:sp>
      <p:sp>
        <p:nvSpPr>
          <p:cNvPr id="108" name="Google Shape;108;p26"/>
          <p:cNvSpPr/>
          <p:nvPr/>
        </p:nvSpPr>
        <p:spPr>
          <a:xfrm>
            <a:off x="0" y="9524123"/>
            <a:ext cx="7315200" cy="534600"/>
          </a:xfrm>
          <a:prstGeom prst="rect">
            <a:avLst/>
          </a:prstGeom>
          <a:solidFill>
            <a:srgbClr val="EBE9DA"/>
          </a:solidFill>
          <a:ln>
            <a:noFill/>
          </a:ln>
        </p:spPr>
        <p:txBody>
          <a:bodyPr anchorCtr="0" anchor="ctr" bIns="87650" lIns="87650" spcFirstLastPara="1" rIns="87650" wrap="square" tIns="87650">
            <a:noAutofit/>
          </a:bodyPr>
          <a:lstStyle/>
          <a:p>
            <a:pPr indent="0" lvl="0" marL="0" rtl="0" algn="l">
              <a:spcBef>
                <a:spcPts val="0"/>
              </a:spcBef>
              <a:spcAft>
                <a:spcPts val="0"/>
              </a:spcAft>
              <a:buNone/>
            </a:pPr>
            <a:r>
              <a:t/>
            </a:r>
            <a:endParaRPr/>
          </a:p>
        </p:txBody>
      </p:sp>
      <p:graphicFrame>
        <p:nvGraphicFramePr>
          <p:cNvPr id="109" name="Google Shape;109;p26"/>
          <p:cNvGraphicFramePr/>
          <p:nvPr/>
        </p:nvGraphicFramePr>
        <p:xfrm>
          <a:off x="538638" y="3261125"/>
          <a:ext cx="3000000" cy="3000000"/>
        </p:xfrm>
        <a:graphic>
          <a:graphicData uri="http://schemas.openxmlformats.org/drawingml/2006/table">
            <a:tbl>
              <a:tblPr>
                <a:noFill/>
                <a:tableStyleId>{946455D9-384A-46E1-B1C6-6524C438A75A}</a:tableStyleId>
              </a:tblPr>
              <a:tblGrid>
                <a:gridCol w="6237925"/>
              </a:tblGrid>
              <a:tr h="3465000">
                <a:tc>
                  <a:txBody>
                    <a:bodyPr/>
                    <a:lstStyle/>
                    <a:p>
                      <a:pPr indent="-374650" lvl="0" marL="457200" rtl="0" algn="l">
                        <a:spcBef>
                          <a:spcPts val="0"/>
                        </a:spcBef>
                        <a:spcAft>
                          <a:spcPts val="0"/>
                        </a:spcAft>
                        <a:buSzPts val="2300"/>
                        <a:buFont typeface="Montserrat"/>
                        <a:buAutoNum type="arabicPeriod"/>
                      </a:pPr>
                      <a:r>
                        <a:rPr b="1" lang="en" sz="2300" u="sng">
                          <a:solidFill>
                            <a:schemeClr val="hlink"/>
                          </a:solidFill>
                          <a:highlight>
                            <a:schemeClr val="lt1"/>
                          </a:highlight>
                          <a:latin typeface="Montserrat"/>
                          <a:ea typeface="Montserrat"/>
                          <a:cs typeface="Montserrat"/>
                          <a:sym typeface="Montserrat"/>
                          <a:hlinkClick action="ppaction://hlinksldjump" r:id="rId3"/>
                        </a:rPr>
                        <a:t>INTRODUCTION</a:t>
                      </a:r>
                      <a:endParaRPr b="1" sz="2300">
                        <a:highlight>
                          <a:schemeClr val="lt1"/>
                        </a:highlight>
                        <a:latin typeface="Montserrat"/>
                        <a:ea typeface="Montserrat"/>
                        <a:cs typeface="Montserrat"/>
                        <a:sym typeface="Montserrat"/>
                      </a:endParaRPr>
                    </a:p>
                    <a:p>
                      <a:pPr indent="-374650" lvl="0" marL="457200" rtl="0" algn="l">
                        <a:spcBef>
                          <a:spcPts val="0"/>
                        </a:spcBef>
                        <a:spcAft>
                          <a:spcPts val="0"/>
                        </a:spcAft>
                        <a:buSzPts val="2300"/>
                        <a:buFont typeface="Montserrat"/>
                        <a:buAutoNum type="arabicPeriod"/>
                      </a:pPr>
                      <a:r>
                        <a:rPr b="1" lang="en" sz="2300" u="sng">
                          <a:solidFill>
                            <a:schemeClr val="hlink"/>
                          </a:solidFill>
                          <a:highlight>
                            <a:schemeClr val="lt1"/>
                          </a:highlight>
                          <a:latin typeface="Montserrat"/>
                          <a:ea typeface="Montserrat"/>
                          <a:cs typeface="Montserrat"/>
                          <a:sym typeface="Montserrat"/>
                          <a:hlinkClick action="ppaction://hlinksldjump" r:id="rId4"/>
                        </a:rPr>
                        <a:t>ENTRY/EXIT </a:t>
                      </a:r>
                      <a:r>
                        <a:rPr b="1" lang="en" sz="2300" u="sng">
                          <a:solidFill>
                            <a:schemeClr val="hlink"/>
                          </a:solidFill>
                          <a:highlight>
                            <a:schemeClr val="lt1"/>
                          </a:highlight>
                          <a:latin typeface="Montserrat"/>
                          <a:ea typeface="Montserrat"/>
                          <a:cs typeface="Montserrat"/>
                          <a:sym typeface="Montserrat"/>
                          <a:hlinkClick action="ppaction://hlinksldjump" r:id="rId5"/>
                        </a:rPr>
                        <a:t>REQUIREMENTS</a:t>
                      </a:r>
                      <a:endParaRPr b="1" sz="2300">
                        <a:highlight>
                          <a:schemeClr val="lt1"/>
                        </a:highlight>
                        <a:latin typeface="Montserrat"/>
                        <a:ea typeface="Montserrat"/>
                        <a:cs typeface="Montserrat"/>
                        <a:sym typeface="Montserrat"/>
                      </a:endParaRPr>
                    </a:p>
                    <a:p>
                      <a:pPr indent="-374650" lvl="0" marL="457200" rtl="0" algn="l">
                        <a:spcBef>
                          <a:spcPts val="0"/>
                        </a:spcBef>
                        <a:spcAft>
                          <a:spcPts val="0"/>
                        </a:spcAft>
                        <a:buSzPts val="2300"/>
                        <a:buFont typeface="Montserrat"/>
                        <a:buAutoNum type="arabicPeriod"/>
                      </a:pPr>
                      <a:r>
                        <a:rPr b="1" lang="en" sz="2300" u="sng">
                          <a:solidFill>
                            <a:schemeClr val="hlink"/>
                          </a:solidFill>
                          <a:highlight>
                            <a:schemeClr val="lt1"/>
                          </a:highlight>
                          <a:latin typeface="Montserrat"/>
                          <a:ea typeface="Montserrat"/>
                          <a:cs typeface="Montserrat"/>
                          <a:sym typeface="Montserrat"/>
                          <a:hlinkClick action="ppaction://hlinksldjump" r:id="rId6"/>
                        </a:rPr>
                        <a:t>ETIQUITTE AND CULTURAL EXPETATTIONS</a:t>
                      </a:r>
                      <a:endParaRPr b="1" sz="2300">
                        <a:highlight>
                          <a:schemeClr val="lt1"/>
                        </a:highlight>
                        <a:latin typeface="Montserrat"/>
                        <a:ea typeface="Montserrat"/>
                        <a:cs typeface="Montserrat"/>
                        <a:sym typeface="Montserrat"/>
                      </a:endParaRPr>
                    </a:p>
                    <a:p>
                      <a:pPr indent="-374650" lvl="0" marL="457200" rtl="0" algn="l">
                        <a:spcBef>
                          <a:spcPts val="0"/>
                        </a:spcBef>
                        <a:spcAft>
                          <a:spcPts val="0"/>
                        </a:spcAft>
                        <a:buSzPts val="2300"/>
                        <a:buFont typeface="Montserrat"/>
                        <a:buAutoNum type="arabicPeriod"/>
                      </a:pPr>
                      <a:r>
                        <a:rPr b="1" lang="en" sz="2300" u="sng">
                          <a:solidFill>
                            <a:schemeClr val="hlink"/>
                          </a:solidFill>
                          <a:highlight>
                            <a:schemeClr val="lt1"/>
                          </a:highlight>
                          <a:latin typeface="Montserrat"/>
                          <a:ea typeface="Montserrat"/>
                          <a:cs typeface="Montserrat"/>
                          <a:sym typeface="Montserrat"/>
                          <a:hlinkClick action="ppaction://hlinksldjump" r:id="rId7"/>
                        </a:rPr>
                        <a:t>EVENT </a:t>
                      </a:r>
                      <a:r>
                        <a:rPr b="1" lang="en" sz="2300" u="sng">
                          <a:solidFill>
                            <a:schemeClr val="hlink"/>
                          </a:solidFill>
                          <a:highlight>
                            <a:schemeClr val="lt1"/>
                          </a:highlight>
                          <a:latin typeface="Montserrat"/>
                          <a:ea typeface="Montserrat"/>
                          <a:cs typeface="Montserrat"/>
                          <a:sym typeface="Montserrat"/>
                          <a:hlinkClick action="ppaction://hlinksldjump" r:id="rId8"/>
                        </a:rPr>
                        <a:t>INFORMATION</a:t>
                      </a:r>
                      <a:endParaRPr b="1" sz="2300">
                        <a:highlight>
                          <a:schemeClr val="lt1"/>
                        </a:highlight>
                        <a:latin typeface="Montserrat"/>
                        <a:ea typeface="Montserrat"/>
                        <a:cs typeface="Montserrat"/>
                        <a:sym typeface="Montserrat"/>
                      </a:endParaRPr>
                    </a:p>
                    <a:p>
                      <a:pPr indent="-374650" lvl="0" marL="457200" rtl="0" algn="l">
                        <a:spcBef>
                          <a:spcPts val="0"/>
                        </a:spcBef>
                        <a:spcAft>
                          <a:spcPts val="0"/>
                        </a:spcAft>
                        <a:buSzPts val="2300"/>
                        <a:buFont typeface="Montserrat"/>
                        <a:buAutoNum type="arabicPeriod"/>
                      </a:pPr>
                      <a:r>
                        <a:rPr b="1" lang="en" sz="2300" u="sng">
                          <a:solidFill>
                            <a:schemeClr val="hlink"/>
                          </a:solidFill>
                          <a:highlight>
                            <a:schemeClr val="lt1"/>
                          </a:highlight>
                          <a:latin typeface="Montserrat"/>
                          <a:ea typeface="Montserrat"/>
                          <a:cs typeface="Montserrat"/>
                          <a:sym typeface="Montserrat"/>
                          <a:hlinkClick action="ppaction://hlinksldjump" r:id="rId9"/>
                        </a:rPr>
                        <a:t>BUDGET</a:t>
                      </a:r>
                      <a:endParaRPr b="1" sz="2300">
                        <a:highlight>
                          <a:schemeClr val="lt1"/>
                        </a:highlight>
                        <a:latin typeface="Montserrat"/>
                        <a:ea typeface="Montserrat"/>
                        <a:cs typeface="Montserrat"/>
                        <a:sym typeface="Montserrat"/>
                      </a:endParaRPr>
                    </a:p>
                    <a:p>
                      <a:pPr indent="-374650" lvl="0" marL="457200" rtl="0" algn="l">
                        <a:spcBef>
                          <a:spcPts val="0"/>
                        </a:spcBef>
                        <a:spcAft>
                          <a:spcPts val="0"/>
                        </a:spcAft>
                        <a:buSzPts val="2300"/>
                        <a:buFont typeface="Montserrat"/>
                        <a:buAutoNum type="arabicPeriod"/>
                      </a:pPr>
                      <a:r>
                        <a:rPr b="1" lang="en" sz="2300" u="sng">
                          <a:solidFill>
                            <a:schemeClr val="hlink"/>
                          </a:solidFill>
                          <a:highlight>
                            <a:schemeClr val="lt1"/>
                          </a:highlight>
                          <a:latin typeface="Montserrat"/>
                          <a:ea typeface="Montserrat"/>
                          <a:cs typeface="Montserrat"/>
                          <a:sym typeface="Montserrat"/>
                          <a:hlinkClick action="ppaction://hlinksldjump" r:id="rId10"/>
                        </a:rPr>
                        <a:t>TRAVEL ITINERARY</a:t>
                      </a:r>
                      <a:endParaRPr b="1" sz="2300">
                        <a:highlight>
                          <a:schemeClr val="lt1"/>
                        </a:highlight>
                        <a:latin typeface="Montserrat"/>
                        <a:ea typeface="Montserrat"/>
                        <a:cs typeface="Montserrat"/>
                        <a:sym typeface="Montserrat"/>
                      </a:endParaRPr>
                    </a:p>
                  </a:txBody>
                  <a:tcPr marT="91425" marB="91425" marR="91425" marL="91425">
                    <a:solidFill>
                      <a:schemeClr val="lt1"/>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0000"/>
        </a:solidFill>
      </p:bgPr>
    </p:bg>
    <p:spTree>
      <p:nvGrpSpPr>
        <p:cNvPr id="113" name="Shape 113"/>
        <p:cNvGrpSpPr/>
        <p:nvPr/>
      </p:nvGrpSpPr>
      <p:grpSpPr>
        <a:xfrm>
          <a:off x="0" y="0"/>
          <a:ext cx="0" cy="0"/>
          <a:chOff x="0" y="0"/>
          <a:chExt cx="0" cy="0"/>
        </a:xfrm>
      </p:grpSpPr>
      <p:sp>
        <p:nvSpPr>
          <p:cNvPr id="114" name="Google Shape;114;p27"/>
          <p:cNvSpPr/>
          <p:nvPr/>
        </p:nvSpPr>
        <p:spPr>
          <a:xfrm>
            <a:off x="5145325" y="279100"/>
            <a:ext cx="2272200" cy="9758100"/>
          </a:xfrm>
          <a:prstGeom prst="rect">
            <a:avLst/>
          </a:prstGeom>
          <a:solidFill>
            <a:srgbClr val="EBE9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5" name="Google Shape;115;p27"/>
          <p:cNvPicPr preferRelativeResize="0"/>
          <p:nvPr/>
        </p:nvPicPr>
        <p:blipFill rotWithShape="1">
          <a:blip r:embed="rId3">
            <a:alphaModFix/>
          </a:blip>
          <a:srcRect b="0" l="26126" r="26126" t="0"/>
          <a:stretch/>
        </p:blipFill>
        <p:spPr>
          <a:xfrm>
            <a:off x="5153675" y="0"/>
            <a:ext cx="2161526" cy="5152924"/>
          </a:xfrm>
          <a:prstGeom prst="rect">
            <a:avLst/>
          </a:prstGeom>
          <a:noFill/>
          <a:ln>
            <a:noFill/>
          </a:ln>
        </p:spPr>
      </p:pic>
      <p:pic>
        <p:nvPicPr>
          <p:cNvPr id="116" name="Google Shape;116;p27"/>
          <p:cNvPicPr preferRelativeResize="0"/>
          <p:nvPr/>
        </p:nvPicPr>
        <p:blipFill rotWithShape="1">
          <a:blip r:embed="rId4">
            <a:alphaModFix/>
          </a:blip>
          <a:srcRect b="0" l="32443" r="32440" t="0"/>
          <a:stretch/>
        </p:blipFill>
        <p:spPr>
          <a:xfrm>
            <a:off x="5153675" y="5336750"/>
            <a:ext cx="2161525" cy="4721650"/>
          </a:xfrm>
          <a:prstGeom prst="rect">
            <a:avLst/>
          </a:prstGeom>
          <a:noFill/>
          <a:ln>
            <a:noFill/>
          </a:ln>
        </p:spPr>
      </p:pic>
      <p:sp>
        <p:nvSpPr>
          <p:cNvPr id="117" name="Google Shape;117;p27"/>
          <p:cNvSpPr txBox="1"/>
          <p:nvPr/>
        </p:nvSpPr>
        <p:spPr>
          <a:xfrm>
            <a:off x="0" y="946375"/>
            <a:ext cx="5145300" cy="88815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2700">
                <a:solidFill>
                  <a:schemeClr val="lt1"/>
                </a:solidFill>
                <a:latin typeface="Montserrat"/>
                <a:ea typeface="Montserrat"/>
                <a:cs typeface="Montserrat"/>
                <a:sym typeface="Montserrat"/>
              </a:rPr>
              <a:t>Sindiwe Rana </a:t>
            </a:r>
            <a:endParaRPr b="1" sz="2700">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sz="2700">
                <a:solidFill>
                  <a:schemeClr val="lt1"/>
                </a:solidFill>
                <a:latin typeface="Montserrat"/>
                <a:ea typeface="Montserrat"/>
                <a:cs typeface="Montserrat"/>
                <a:sym typeface="Montserrat"/>
              </a:rPr>
              <a:t>Cappadocia,Turkey</a:t>
            </a:r>
            <a:r>
              <a:rPr b="1" lang="en" sz="2600">
                <a:solidFill>
                  <a:srgbClr val="EBE9DA"/>
                </a:solidFill>
                <a:latin typeface="Montserrat"/>
                <a:ea typeface="Montserrat"/>
                <a:cs typeface="Montserrat"/>
                <a:sym typeface="Montserrat"/>
              </a:rPr>
              <a:t>  </a:t>
            </a:r>
            <a:endParaRPr b="1" sz="2600">
              <a:solidFill>
                <a:srgbClr val="EBE9DA"/>
              </a:solidFill>
              <a:latin typeface="Montserrat"/>
              <a:ea typeface="Montserrat"/>
              <a:cs typeface="Montserrat"/>
              <a:sym typeface="Montserrat"/>
            </a:endParaRPr>
          </a:p>
          <a:p>
            <a:pPr indent="0" lvl="0" marL="0" rtl="0" algn="l">
              <a:spcBef>
                <a:spcPts val="0"/>
              </a:spcBef>
              <a:spcAft>
                <a:spcPts val="0"/>
              </a:spcAft>
              <a:buNone/>
            </a:pPr>
            <a:r>
              <a:rPr b="1" lang="en" sz="2600">
                <a:solidFill>
                  <a:srgbClr val="EBE9DA"/>
                </a:solidFill>
                <a:latin typeface="Montserrat"/>
                <a:ea typeface="Montserrat"/>
                <a:cs typeface="Montserrat"/>
                <a:sym typeface="Montserrat"/>
              </a:rPr>
              <a:t>NOV 1 - NOV 4 2024</a:t>
            </a:r>
            <a:endParaRPr b="1" sz="2600">
              <a:solidFill>
                <a:srgbClr val="EBE9DA"/>
              </a:solidFill>
              <a:latin typeface="Montserrat"/>
              <a:ea typeface="Montserrat"/>
              <a:cs typeface="Montserrat"/>
              <a:sym typeface="Montserrat"/>
            </a:endParaRPr>
          </a:p>
          <a:p>
            <a:pPr indent="0" lvl="0" marL="0" rtl="0" algn="l">
              <a:spcBef>
                <a:spcPts val="0"/>
              </a:spcBef>
              <a:spcAft>
                <a:spcPts val="0"/>
              </a:spcAft>
              <a:buNone/>
            </a:pPr>
            <a:r>
              <a:t/>
            </a:r>
            <a:endParaRPr b="1" sz="2000">
              <a:solidFill>
                <a:srgbClr val="EBE9DA"/>
              </a:solidFill>
              <a:latin typeface="Montserrat"/>
              <a:ea typeface="Montserrat"/>
              <a:cs typeface="Montserrat"/>
              <a:sym typeface="Montserrat"/>
            </a:endParaRPr>
          </a:p>
          <a:p>
            <a:pPr indent="0" lvl="0" marL="0" rtl="0" algn="l">
              <a:spcBef>
                <a:spcPts val="0"/>
              </a:spcBef>
              <a:spcAft>
                <a:spcPts val="0"/>
              </a:spcAft>
              <a:buNone/>
            </a:pPr>
            <a:r>
              <a:t/>
            </a:r>
            <a:endParaRPr b="1" sz="2000">
              <a:solidFill>
                <a:srgbClr val="EBE9DA"/>
              </a:solidFill>
              <a:latin typeface="Montserrat"/>
              <a:ea typeface="Montserrat"/>
              <a:cs typeface="Montserrat"/>
              <a:sym typeface="Montserrat"/>
            </a:endParaRPr>
          </a:p>
          <a:p>
            <a:pPr indent="0" lvl="0" marL="0" rtl="0" algn="l">
              <a:spcBef>
                <a:spcPts val="0"/>
              </a:spcBef>
              <a:spcAft>
                <a:spcPts val="0"/>
              </a:spcAft>
              <a:buNone/>
            </a:pPr>
            <a:r>
              <a:rPr b="1" lang="en" sz="2300">
                <a:solidFill>
                  <a:srgbClr val="EBE9DA"/>
                </a:solidFill>
                <a:latin typeface="Montserrat"/>
                <a:ea typeface="Montserrat"/>
                <a:cs typeface="Montserrat"/>
                <a:sym typeface="Montserrat"/>
              </a:rPr>
              <a:t>A 3 days and 3 nights vacation to the beautiful country and rich on history.</a:t>
            </a:r>
            <a:r>
              <a:rPr b="1" lang="en" sz="2300">
                <a:solidFill>
                  <a:schemeClr val="lt1"/>
                </a:solidFill>
                <a:highlight>
                  <a:schemeClr val="dk1"/>
                </a:highlight>
                <a:latin typeface="Montserrat"/>
                <a:ea typeface="Montserrat"/>
                <a:cs typeface="Montserrat"/>
                <a:sym typeface="Montserrat"/>
              </a:rPr>
              <a:t> A dream destination for adventure seekers and history buffs alike. Cappadocia's distinctive rock formations, known as fairy chimneys, are a sight to behold. Explore ancient underground cities, Byzantine churches, and historic cast. Enjoy hot air ballooning, hiking, horseback riding, and ATV tours. Immerse yourself in Turkish culture with traditional cuisine, music, and handicrafts.</a:t>
            </a:r>
            <a:endParaRPr b="1" sz="23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sz="26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sz="2600">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2500">
              <a:solidFill>
                <a:srgbClr val="EBE9DA"/>
              </a:solidFill>
              <a:latin typeface="Montserrat"/>
              <a:ea typeface="Montserrat"/>
              <a:cs typeface="Montserrat"/>
              <a:sym typeface="Montserrat"/>
            </a:endParaRPr>
          </a:p>
        </p:txBody>
      </p:sp>
      <p:sp>
        <p:nvSpPr>
          <p:cNvPr id="118" name="Google Shape;118;p27"/>
          <p:cNvSpPr txBox="1"/>
          <p:nvPr/>
        </p:nvSpPr>
        <p:spPr>
          <a:xfrm>
            <a:off x="0" y="0"/>
            <a:ext cx="4684800" cy="800400"/>
          </a:xfrm>
          <a:prstGeom prst="rect">
            <a:avLst/>
          </a:prstGeom>
          <a:solidFill>
            <a:schemeClr val="dk1"/>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4000">
                <a:solidFill>
                  <a:srgbClr val="EBE9DA"/>
                </a:solidFill>
                <a:latin typeface="Montserrat"/>
                <a:ea typeface="Montserrat"/>
                <a:cs typeface="Montserrat"/>
                <a:sym typeface="Montserrat"/>
              </a:rPr>
              <a:t>INTRODUCTION</a:t>
            </a:r>
            <a:endParaRPr b="1" sz="4000">
              <a:solidFill>
                <a:srgbClr val="EBE9DA"/>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0000"/>
        </a:solidFill>
      </p:bgPr>
    </p:bg>
    <p:spTree>
      <p:nvGrpSpPr>
        <p:cNvPr id="122" name="Shape 122"/>
        <p:cNvGrpSpPr/>
        <p:nvPr/>
      </p:nvGrpSpPr>
      <p:grpSpPr>
        <a:xfrm>
          <a:off x="0" y="0"/>
          <a:ext cx="0" cy="0"/>
          <a:chOff x="0" y="0"/>
          <a:chExt cx="0" cy="0"/>
        </a:xfrm>
      </p:grpSpPr>
      <p:sp>
        <p:nvSpPr>
          <p:cNvPr id="123" name="Google Shape;123;p28"/>
          <p:cNvSpPr/>
          <p:nvPr/>
        </p:nvSpPr>
        <p:spPr>
          <a:xfrm>
            <a:off x="176590" y="221968"/>
            <a:ext cx="6951900" cy="9628200"/>
          </a:xfrm>
          <a:prstGeom prst="rect">
            <a:avLst/>
          </a:prstGeom>
          <a:solidFill>
            <a:srgbClr val="980000"/>
          </a:solidFill>
          <a:ln>
            <a:noFill/>
          </a:ln>
        </p:spPr>
        <p:txBody>
          <a:bodyPr anchorCtr="0" anchor="ctr" bIns="87650" lIns="87650" spcFirstLastPara="1" rIns="87650" wrap="square" tIns="87650">
            <a:noAutofit/>
          </a:bodyPr>
          <a:lstStyle/>
          <a:p>
            <a:pPr indent="0" lvl="0" marL="0" rtl="0" algn="l">
              <a:spcBef>
                <a:spcPts val="0"/>
              </a:spcBef>
              <a:spcAft>
                <a:spcPts val="0"/>
              </a:spcAft>
              <a:buNone/>
            </a:pPr>
            <a:r>
              <a:t/>
            </a:r>
            <a:endParaRPr/>
          </a:p>
        </p:txBody>
      </p:sp>
      <p:cxnSp>
        <p:nvCxnSpPr>
          <p:cNvPr id="124" name="Google Shape;124;p28"/>
          <p:cNvCxnSpPr/>
          <p:nvPr/>
        </p:nvCxnSpPr>
        <p:spPr>
          <a:xfrm>
            <a:off x="485653" y="853258"/>
            <a:ext cx="0" cy="8291100"/>
          </a:xfrm>
          <a:prstGeom prst="straightConnector1">
            <a:avLst/>
          </a:prstGeom>
          <a:noFill/>
          <a:ln cap="flat" cmpd="sng" w="19050">
            <a:solidFill>
              <a:schemeClr val="dk1"/>
            </a:solidFill>
            <a:prstDash val="solid"/>
            <a:round/>
            <a:headEnd len="med" w="med" type="none"/>
            <a:tailEnd len="med" w="med" type="none"/>
          </a:ln>
        </p:spPr>
      </p:cxnSp>
      <p:sp>
        <p:nvSpPr>
          <p:cNvPr id="125" name="Google Shape;125;p28"/>
          <p:cNvSpPr txBox="1"/>
          <p:nvPr/>
        </p:nvSpPr>
        <p:spPr>
          <a:xfrm>
            <a:off x="696350" y="3921075"/>
            <a:ext cx="5903100" cy="1561500"/>
          </a:xfrm>
          <a:prstGeom prst="rect">
            <a:avLst/>
          </a:prstGeom>
          <a:solidFill>
            <a:schemeClr val="dk1"/>
          </a:solidFill>
          <a:ln>
            <a:noFill/>
          </a:ln>
        </p:spPr>
        <p:txBody>
          <a:bodyPr anchorCtr="0" anchor="t" bIns="87650" lIns="87650" spcFirstLastPara="1" rIns="87650" wrap="square" tIns="87650">
            <a:noAutofit/>
          </a:bodyPr>
          <a:lstStyle/>
          <a:p>
            <a:pPr indent="0" lvl="0" marL="0" rtl="0" algn="l">
              <a:spcBef>
                <a:spcPts val="0"/>
              </a:spcBef>
              <a:spcAft>
                <a:spcPts val="0"/>
              </a:spcAft>
              <a:buNone/>
            </a:pPr>
            <a:r>
              <a:rPr lang="en" sz="4400">
                <a:solidFill>
                  <a:srgbClr val="EBE9DA"/>
                </a:solidFill>
                <a:latin typeface="Montserrat ExtraBold"/>
                <a:ea typeface="Montserrat ExtraBold"/>
                <a:cs typeface="Montserrat ExtraBold"/>
                <a:sym typeface="Montserrat ExtraBold"/>
              </a:rPr>
              <a:t>Entry/Exit Requirements</a:t>
            </a:r>
            <a:endParaRPr sz="4800">
              <a:solidFill>
                <a:srgbClr val="EBE9DA"/>
              </a:solidFill>
              <a:latin typeface="Montserrat ExtraBold"/>
              <a:ea typeface="Montserrat ExtraBold"/>
              <a:cs typeface="Montserrat ExtraBold"/>
              <a:sym typeface="Montserrat Extra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0000"/>
        </a:solidFill>
      </p:bgPr>
    </p:bg>
    <p:spTree>
      <p:nvGrpSpPr>
        <p:cNvPr id="129" name="Shape 129"/>
        <p:cNvGrpSpPr/>
        <p:nvPr/>
      </p:nvGrpSpPr>
      <p:grpSpPr>
        <a:xfrm>
          <a:off x="0" y="0"/>
          <a:ext cx="0" cy="0"/>
          <a:chOff x="0" y="0"/>
          <a:chExt cx="0" cy="0"/>
        </a:xfrm>
      </p:grpSpPr>
      <p:sp>
        <p:nvSpPr>
          <p:cNvPr id="130" name="Google Shape;130;p29"/>
          <p:cNvSpPr txBox="1"/>
          <p:nvPr/>
        </p:nvSpPr>
        <p:spPr>
          <a:xfrm>
            <a:off x="332151" y="443392"/>
            <a:ext cx="6450000" cy="638700"/>
          </a:xfrm>
          <a:prstGeom prst="rect">
            <a:avLst/>
          </a:prstGeom>
          <a:solidFill>
            <a:schemeClr val="lt1"/>
          </a:solidFill>
          <a:ln>
            <a:noFill/>
          </a:ln>
        </p:spPr>
        <p:txBody>
          <a:bodyPr anchorCtr="0" anchor="t" bIns="87650" lIns="87650" spcFirstLastPara="1" rIns="87650" wrap="square" tIns="87650">
            <a:spAutoFit/>
          </a:bodyPr>
          <a:lstStyle/>
          <a:p>
            <a:pPr indent="0" lvl="0" marL="0" rtl="0" algn="l">
              <a:spcBef>
                <a:spcPts val="0"/>
              </a:spcBef>
              <a:spcAft>
                <a:spcPts val="0"/>
              </a:spcAft>
              <a:buNone/>
            </a:pPr>
            <a:r>
              <a:rPr b="1" lang="en" sz="3000">
                <a:solidFill>
                  <a:srgbClr val="5E374B"/>
                </a:solidFill>
                <a:latin typeface="Montserrat"/>
                <a:ea typeface="Montserrat"/>
                <a:cs typeface="Montserrat"/>
                <a:sym typeface="Montserrat"/>
              </a:rPr>
              <a:t>Documentation Requirements</a:t>
            </a:r>
            <a:endParaRPr b="1" sz="3000">
              <a:solidFill>
                <a:srgbClr val="5E374B"/>
              </a:solidFill>
              <a:latin typeface="Montserrat"/>
              <a:ea typeface="Montserrat"/>
              <a:cs typeface="Montserrat"/>
              <a:sym typeface="Montserrat"/>
            </a:endParaRPr>
          </a:p>
        </p:txBody>
      </p:sp>
      <p:sp>
        <p:nvSpPr>
          <p:cNvPr id="131" name="Google Shape;131;p29"/>
          <p:cNvSpPr/>
          <p:nvPr/>
        </p:nvSpPr>
        <p:spPr>
          <a:xfrm>
            <a:off x="0" y="9524123"/>
            <a:ext cx="7315200" cy="534600"/>
          </a:xfrm>
          <a:prstGeom prst="rect">
            <a:avLst/>
          </a:prstGeom>
          <a:solidFill>
            <a:srgbClr val="980000"/>
          </a:solidFill>
          <a:ln>
            <a:noFill/>
          </a:ln>
        </p:spPr>
        <p:txBody>
          <a:bodyPr anchorCtr="0" anchor="ctr" bIns="87650" lIns="87650" spcFirstLastPara="1" rIns="87650" wrap="square" tIns="87650">
            <a:noAutofit/>
          </a:bodyPr>
          <a:lstStyle/>
          <a:p>
            <a:pPr indent="0" lvl="0" marL="0" rtl="0" algn="l">
              <a:spcBef>
                <a:spcPts val="0"/>
              </a:spcBef>
              <a:spcAft>
                <a:spcPts val="0"/>
              </a:spcAft>
              <a:buNone/>
            </a:pPr>
            <a:r>
              <a:t/>
            </a:r>
            <a:endParaRPr/>
          </a:p>
        </p:txBody>
      </p:sp>
      <p:sp>
        <p:nvSpPr>
          <p:cNvPr id="132" name="Google Shape;132;p29"/>
          <p:cNvSpPr txBox="1"/>
          <p:nvPr/>
        </p:nvSpPr>
        <p:spPr>
          <a:xfrm>
            <a:off x="6705939" y="0"/>
            <a:ext cx="390900" cy="1082100"/>
          </a:xfrm>
          <a:prstGeom prst="rect">
            <a:avLst/>
          </a:prstGeom>
          <a:solidFill>
            <a:srgbClr val="980000"/>
          </a:solidFill>
          <a:ln>
            <a:noFill/>
          </a:ln>
        </p:spPr>
        <p:txBody>
          <a:bodyPr anchorCtr="0" anchor="t" bIns="87650" lIns="87650" spcFirstLastPara="1" rIns="87650" wrap="square" tIns="87650">
            <a:noAutofit/>
          </a:bodyPr>
          <a:lstStyle/>
          <a:p>
            <a:pPr indent="0" lvl="0" marL="0" rtl="0" algn="l">
              <a:spcBef>
                <a:spcPts val="0"/>
              </a:spcBef>
              <a:spcAft>
                <a:spcPts val="0"/>
              </a:spcAft>
              <a:buNone/>
            </a:pPr>
            <a:r>
              <a:t/>
            </a:r>
            <a:endParaRPr sz="1300"/>
          </a:p>
        </p:txBody>
      </p:sp>
      <p:sp>
        <p:nvSpPr>
          <p:cNvPr id="133" name="Google Shape;133;p29"/>
          <p:cNvSpPr txBox="1"/>
          <p:nvPr/>
        </p:nvSpPr>
        <p:spPr>
          <a:xfrm>
            <a:off x="332150" y="1369225"/>
            <a:ext cx="6764700" cy="8248200"/>
          </a:xfrm>
          <a:prstGeom prst="rect">
            <a:avLst/>
          </a:prstGeom>
          <a:solidFill>
            <a:schemeClr val="lt1"/>
          </a:solidFill>
          <a:ln>
            <a:noFill/>
          </a:ln>
        </p:spPr>
        <p:txBody>
          <a:bodyPr anchorCtr="0" anchor="t" bIns="87650" lIns="87650" spcFirstLastPara="1" rIns="87650" wrap="square" tIns="87650">
            <a:spAutoFit/>
          </a:bodyPr>
          <a:lstStyle/>
          <a:p>
            <a:pPr indent="0" lvl="0" marL="0" rtl="0" algn="l">
              <a:lnSpc>
                <a:spcPct val="115000"/>
              </a:lnSpc>
              <a:spcBef>
                <a:spcPts val="1800"/>
              </a:spcBef>
              <a:spcAft>
                <a:spcPts val="0"/>
              </a:spcAft>
              <a:buNone/>
            </a:pPr>
            <a:r>
              <a:t/>
            </a:r>
            <a:endParaRPr b="1" sz="1900">
              <a:solidFill>
                <a:schemeClr val="dk1"/>
              </a:solidFill>
            </a:endParaRPr>
          </a:p>
          <a:p>
            <a:pPr indent="0" lvl="0" marL="0" rtl="0" algn="l">
              <a:lnSpc>
                <a:spcPct val="115000"/>
              </a:lnSpc>
              <a:spcBef>
                <a:spcPts val="1200"/>
              </a:spcBef>
              <a:spcAft>
                <a:spcPts val="0"/>
              </a:spcAft>
              <a:buNone/>
            </a:pPr>
            <a:r>
              <a:rPr b="1" lang="en" sz="3000">
                <a:solidFill>
                  <a:schemeClr val="dk1"/>
                </a:solidFill>
              </a:rPr>
              <a:t>ENTRY :</a:t>
            </a:r>
            <a:endParaRPr b="1" sz="3000">
              <a:solidFill>
                <a:schemeClr val="dk1"/>
              </a:solidFill>
            </a:endParaRPr>
          </a:p>
          <a:p>
            <a:pPr indent="-419100" lvl="0" marL="457200" rtl="0" algn="l">
              <a:lnSpc>
                <a:spcPct val="115000"/>
              </a:lnSpc>
              <a:spcBef>
                <a:spcPts val="1200"/>
              </a:spcBef>
              <a:spcAft>
                <a:spcPts val="0"/>
              </a:spcAft>
              <a:buClr>
                <a:schemeClr val="dk1"/>
              </a:buClr>
              <a:buSzPts val="3000"/>
              <a:buChar char="●"/>
            </a:pPr>
            <a:r>
              <a:rPr b="1" lang="en" sz="3000">
                <a:solidFill>
                  <a:schemeClr val="dk1"/>
                </a:solidFill>
              </a:rPr>
              <a:t>Passport :valid for at least six months from the date of your departure from Turkey.</a:t>
            </a:r>
            <a:endParaRPr b="1" sz="3000">
              <a:solidFill>
                <a:schemeClr val="dk1"/>
              </a:solidFill>
            </a:endParaRPr>
          </a:p>
          <a:p>
            <a:pPr indent="-419100" lvl="0" marL="457200" rtl="0" algn="l">
              <a:lnSpc>
                <a:spcPct val="115000"/>
              </a:lnSpc>
              <a:spcBef>
                <a:spcPts val="0"/>
              </a:spcBef>
              <a:spcAft>
                <a:spcPts val="0"/>
              </a:spcAft>
              <a:buClr>
                <a:schemeClr val="dk1"/>
              </a:buClr>
              <a:buSzPts val="3000"/>
              <a:buChar char="●"/>
            </a:pPr>
            <a:r>
              <a:rPr b="1" lang="en" sz="3000">
                <a:solidFill>
                  <a:schemeClr val="dk1"/>
                </a:solidFill>
              </a:rPr>
              <a:t>E-visa</a:t>
            </a:r>
            <a:endParaRPr b="1" sz="3400">
              <a:solidFill>
                <a:srgbClr val="5E374B"/>
              </a:solidFill>
              <a:latin typeface="Montserrat"/>
              <a:ea typeface="Montserrat"/>
              <a:cs typeface="Montserrat"/>
              <a:sym typeface="Montserrat"/>
            </a:endParaRPr>
          </a:p>
          <a:p>
            <a:pPr indent="0" lvl="0" marL="0" rtl="0" algn="l">
              <a:spcBef>
                <a:spcPts val="1200"/>
              </a:spcBef>
              <a:spcAft>
                <a:spcPts val="0"/>
              </a:spcAft>
              <a:buNone/>
            </a:pPr>
            <a:r>
              <a:rPr b="1" lang="en" sz="3000">
                <a:solidFill>
                  <a:srgbClr val="5E374B"/>
                </a:solidFill>
                <a:latin typeface="Montserrat"/>
                <a:ea typeface="Montserrat"/>
                <a:cs typeface="Montserrat"/>
                <a:sym typeface="Montserrat"/>
              </a:rPr>
              <a:t>EXIT:</a:t>
            </a:r>
            <a:endParaRPr b="1" sz="3000">
              <a:solidFill>
                <a:srgbClr val="5E374B"/>
              </a:solidFill>
              <a:latin typeface="Montserrat"/>
              <a:ea typeface="Montserrat"/>
              <a:cs typeface="Montserrat"/>
              <a:sym typeface="Montserrat"/>
            </a:endParaRPr>
          </a:p>
          <a:p>
            <a:pPr indent="-419100" lvl="0" marL="457200" rtl="0" algn="l">
              <a:spcBef>
                <a:spcPts val="0"/>
              </a:spcBef>
              <a:spcAft>
                <a:spcPts val="0"/>
              </a:spcAft>
              <a:buClr>
                <a:srgbClr val="5E374B"/>
              </a:buClr>
              <a:buSzPts val="3000"/>
              <a:buFont typeface="Montserrat"/>
              <a:buChar char="●"/>
            </a:pPr>
            <a:r>
              <a:rPr b="1" lang="en" sz="3000">
                <a:solidFill>
                  <a:srgbClr val="5E374B"/>
                </a:solidFill>
                <a:latin typeface="Montserrat"/>
                <a:ea typeface="Montserrat"/>
                <a:cs typeface="Montserrat"/>
                <a:sym typeface="Montserrat"/>
              </a:rPr>
              <a:t>No specific exit requirements .</a:t>
            </a:r>
            <a:endParaRPr b="1" sz="3000">
              <a:solidFill>
                <a:srgbClr val="5E374B"/>
              </a:solidFill>
              <a:latin typeface="Montserrat"/>
              <a:ea typeface="Montserrat"/>
              <a:cs typeface="Montserrat"/>
              <a:sym typeface="Montserrat"/>
            </a:endParaRPr>
          </a:p>
          <a:p>
            <a:pPr indent="0" lvl="0" marL="457200" rtl="0" algn="l">
              <a:spcBef>
                <a:spcPts val="0"/>
              </a:spcBef>
              <a:spcAft>
                <a:spcPts val="0"/>
              </a:spcAft>
              <a:buNone/>
            </a:pPr>
            <a:r>
              <a:t/>
            </a:r>
            <a:endParaRPr b="1" sz="3000">
              <a:solidFill>
                <a:srgbClr val="5E374B"/>
              </a:solidFill>
              <a:latin typeface="Montserrat"/>
              <a:ea typeface="Montserrat"/>
              <a:cs typeface="Montserrat"/>
              <a:sym typeface="Montserrat"/>
            </a:endParaRPr>
          </a:p>
          <a:p>
            <a:pPr indent="0" lvl="0" marL="0" rtl="0" algn="l">
              <a:spcBef>
                <a:spcPts val="0"/>
              </a:spcBef>
              <a:spcAft>
                <a:spcPts val="0"/>
              </a:spcAft>
              <a:buNone/>
            </a:pPr>
            <a:r>
              <a:rPr b="1" lang="en" sz="3000">
                <a:solidFill>
                  <a:srgbClr val="5E374B"/>
                </a:solidFill>
                <a:latin typeface="Montserrat"/>
                <a:ea typeface="Montserrat"/>
                <a:cs typeface="Montserrat"/>
                <a:sym typeface="Montserrat"/>
              </a:rPr>
              <a:t>SOURCES</a:t>
            </a:r>
            <a:endParaRPr b="1" sz="3000">
              <a:solidFill>
                <a:srgbClr val="5E374B"/>
              </a:solidFill>
              <a:latin typeface="Montserrat"/>
              <a:ea typeface="Montserrat"/>
              <a:cs typeface="Montserrat"/>
              <a:sym typeface="Montserrat"/>
            </a:endParaRPr>
          </a:p>
          <a:p>
            <a:pPr indent="0" lvl="0" marL="0" rtl="0" algn="l">
              <a:spcBef>
                <a:spcPts val="0"/>
              </a:spcBef>
              <a:spcAft>
                <a:spcPts val="0"/>
              </a:spcAft>
              <a:buNone/>
            </a:pPr>
            <a:r>
              <a:rPr b="1" lang="en" sz="3000">
                <a:solidFill>
                  <a:schemeClr val="accent1"/>
                </a:solidFill>
                <a:uFill>
                  <a:noFill/>
                </a:uFill>
                <a:latin typeface="Montserrat"/>
                <a:ea typeface="Montserrat"/>
                <a:cs typeface="Montserrat"/>
                <a:sym typeface="Montserrat"/>
                <a:hlinkClick r:id="rId3">
                  <a:extLst>
                    <a:ext uri="{A12FA001-AC4F-418D-AE19-62706E023703}">
                      <ahyp:hlinkClr val="tx"/>
                    </a:ext>
                  </a:extLst>
                </a:hlinkClick>
              </a:rPr>
              <a:t>https://www.evisa</a:t>
            </a:r>
            <a:r>
              <a:rPr b="1" lang="en" sz="3000">
                <a:solidFill>
                  <a:schemeClr val="accent1"/>
                </a:solidFill>
                <a:uFill>
                  <a:noFill/>
                </a:uFill>
                <a:latin typeface="Montserrat"/>
                <a:ea typeface="Montserrat"/>
                <a:cs typeface="Montserrat"/>
                <a:sym typeface="Montserrat"/>
                <a:hlinkClick r:id="rId4">
                  <a:extLst>
                    <a:ext uri="{A12FA001-AC4F-418D-AE19-62706E023703}">
                      <ahyp:hlinkClr val="tx"/>
                    </a:ext>
                  </a:extLst>
                </a:hlinkClick>
              </a:rPr>
              <a:t>.gov.tr/</a:t>
            </a:r>
            <a:endParaRPr b="1" sz="3000">
              <a:solidFill>
                <a:schemeClr val="accent1"/>
              </a:solidFill>
              <a:latin typeface="Montserrat"/>
              <a:ea typeface="Montserrat"/>
              <a:cs typeface="Montserrat"/>
              <a:sym typeface="Montserrat"/>
            </a:endParaRPr>
          </a:p>
          <a:p>
            <a:pPr indent="0" lvl="0" marL="0" rtl="0" algn="l">
              <a:spcBef>
                <a:spcPts val="0"/>
              </a:spcBef>
              <a:spcAft>
                <a:spcPts val="0"/>
              </a:spcAft>
              <a:buNone/>
            </a:pPr>
            <a:r>
              <a:rPr b="1" lang="en" sz="3000">
                <a:solidFill>
                  <a:schemeClr val="accent1"/>
                </a:solidFill>
                <a:latin typeface="Montserrat"/>
                <a:ea typeface="Montserrat"/>
                <a:cs typeface="Montserrat"/>
                <a:sym typeface="Montserrat"/>
              </a:rPr>
              <a:t>https://www.</a:t>
            </a:r>
            <a:r>
              <a:rPr b="1" lang="en" sz="3000">
                <a:solidFill>
                  <a:schemeClr val="accent1"/>
                </a:solidFill>
                <a:latin typeface="Montserrat"/>
                <a:ea typeface="Montserrat"/>
                <a:cs typeface="Montserrat"/>
                <a:sym typeface="Montserrat"/>
              </a:rPr>
              <a:t>smartraveller.gov.au/destinations/europe/turk</a:t>
            </a:r>
            <a:r>
              <a:rPr b="1" lang="en" sz="3000">
                <a:solidFill>
                  <a:schemeClr val="accent1"/>
                </a:solidFill>
                <a:latin typeface="Montserrat"/>
                <a:ea typeface="Montserrat"/>
                <a:cs typeface="Montserrat"/>
                <a:sym typeface="Montserrat"/>
              </a:rPr>
              <a:t>iye</a:t>
            </a:r>
            <a:endParaRPr b="1" sz="3000">
              <a:solidFill>
                <a:schemeClr val="accent1"/>
              </a:solidFill>
              <a:latin typeface="Montserrat"/>
              <a:ea typeface="Montserrat"/>
              <a:cs typeface="Montserrat"/>
              <a:sym typeface="Montserrat"/>
            </a:endParaRPr>
          </a:p>
          <a:p>
            <a:pPr indent="0" lvl="0" marL="0" rtl="0" algn="l">
              <a:spcBef>
                <a:spcPts val="0"/>
              </a:spcBef>
              <a:spcAft>
                <a:spcPts val="0"/>
              </a:spcAft>
              <a:buNone/>
            </a:pPr>
            <a:r>
              <a:t/>
            </a:r>
            <a:endParaRPr b="1" sz="3000">
              <a:solidFill>
                <a:srgbClr val="5E374B"/>
              </a:solidFill>
              <a:latin typeface="Montserrat"/>
              <a:ea typeface="Montserrat"/>
              <a:cs typeface="Montserrat"/>
              <a:sym typeface="Montserrat"/>
            </a:endParaRPr>
          </a:p>
          <a:p>
            <a:pPr indent="0" lvl="0" marL="0" rtl="0" algn="l">
              <a:spcBef>
                <a:spcPts val="0"/>
              </a:spcBef>
              <a:spcAft>
                <a:spcPts val="0"/>
              </a:spcAft>
              <a:buNone/>
            </a:pPr>
            <a:r>
              <a:t/>
            </a:r>
            <a:endParaRPr b="1" sz="3000">
              <a:solidFill>
                <a:srgbClr val="5E374B"/>
              </a:solidFill>
              <a:latin typeface="Montserrat"/>
              <a:ea typeface="Montserrat"/>
              <a:cs typeface="Montserrat"/>
              <a:sym typeface="Montserrat"/>
            </a:endParaRPr>
          </a:p>
          <a:p>
            <a:pPr indent="0" lvl="0" marL="0" rtl="0" algn="l">
              <a:spcBef>
                <a:spcPts val="0"/>
              </a:spcBef>
              <a:spcAft>
                <a:spcPts val="0"/>
              </a:spcAft>
              <a:buNone/>
            </a:pPr>
            <a:r>
              <a:t/>
            </a:r>
            <a:endParaRPr b="1" sz="3000">
              <a:solidFill>
                <a:srgbClr val="5E374B"/>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0000"/>
        </a:solidFill>
      </p:bgPr>
    </p:bg>
    <p:spTree>
      <p:nvGrpSpPr>
        <p:cNvPr id="137" name="Shape 137"/>
        <p:cNvGrpSpPr/>
        <p:nvPr/>
      </p:nvGrpSpPr>
      <p:grpSpPr>
        <a:xfrm>
          <a:off x="0" y="0"/>
          <a:ext cx="0" cy="0"/>
          <a:chOff x="0" y="0"/>
          <a:chExt cx="0" cy="0"/>
        </a:xfrm>
      </p:grpSpPr>
      <p:sp>
        <p:nvSpPr>
          <p:cNvPr id="138" name="Google Shape;138;p30"/>
          <p:cNvSpPr/>
          <p:nvPr/>
        </p:nvSpPr>
        <p:spPr>
          <a:xfrm>
            <a:off x="176590" y="221968"/>
            <a:ext cx="6951900" cy="9628200"/>
          </a:xfrm>
          <a:prstGeom prst="rect">
            <a:avLst/>
          </a:prstGeom>
          <a:solidFill>
            <a:srgbClr val="980000"/>
          </a:solidFill>
          <a:ln>
            <a:noFill/>
          </a:ln>
        </p:spPr>
        <p:txBody>
          <a:bodyPr anchorCtr="0" anchor="ctr" bIns="87650" lIns="87650" spcFirstLastPara="1" rIns="87650" wrap="square" tIns="87650">
            <a:noAutofit/>
          </a:bodyPr>
          <a:lstStyle/>
          <a:p>
            <a:pPr indent="0" lvl="0" marL="0" rtl="0" algn="l">
              <a:spcBef>
                <a:spcPts val="0"/>
              </a:spcBef>
              <a:spcAft>
                <a:spcPts val="0"/>
              </a:spcAft>
              <a:buNone/>
            </a:pPr>
            <a:r>
              <a:t/>
            </a:r>
            <a:endParaRPr/>
          </a:p>
        </p:txBody>
      </p:sp>
      <p:cxnSp>
        <p:nvCxnSpPr>
          <p:cNvPr id="139" name="Google Shape;139;p30"/>
          <p:cNvCxnSpPr/>
          <p:nvPr/>
        </p:nvCxnSpPr>
        <p:spPr>
          <a:xfrm>
            <a:off x="485653" y="853258"/>
            <a:ext cx="0" cy="8291100"/>
          </a:xfrm>
          <a:prstGeom prst="straightConnector1">
            <a:avLst/>
          </a:prstGeom>
          <a:noFill/>
          <a:ln cap="flat" cmpd="sng" w="19050">
            <a:solidFill>
              <a:schemeClr val="dk1"/>
            </a:solidFill>
            <a:prstDash val="solid"/>
            <a:round/>
            <a:headEnd len="med" w="med" type="none"/>
            <a:tailEnd len="med" w="med" type="none"/>
          </a:ln>
        </p:spPr>
      </p:cxnSp>
      <p:sp>
        <p:nvSpPr>
          <p:cNvPr id="140" name="Google Shape;140;p30"/>
          <p:cNvSpPr txBox="1"/>
          <p:nvPr/>
        </p:nvSpPr>
        <p:spPr>
          <a:xfrm>
            <a:off x="696351" y="3921075"/>
            <a:ext cx="5903100" cy="2412900"/>
          </a:xfrm>
          <a:prstGeom prst="rect">
            <a:avLst/>
          </a:prstGeom>
          <a:solidFill>
            <a:schemeClr val="dk1"/>
          </a:solidFill>
          <a:ln>
            <a:noFill/>
          </a:ln>
        </p:spPr>
        <p:txBody>
          <a:bodyPr anchorCtr="0" anchor="t" bIns="87650" lIns="87650" spcFirstLastPara="1" rIns="87650" wrap="square" tIns="87650">
            <a:noAutofit/>
          </a:bodyPr>
          <a:lstStyle/>
          <a:p>
            <a:pPr indent="0" lvl="0" marL="0" rtl="0" algn="l">
              <a:spcBef>
                <a:spcPts val="0"/>
              </a:spcBef>
              <a:spcAft>
                <a:spcPts val="0"/>
              </a:spcAft>
              <a:buNone/>
            </a:pPr>
            <a:r>
              <a:rPr lang="en" sz="4400">
                <a:solidFill>
                  <a:srgbClr val="EBE9DA"/>
                </a:solidFill>
                <a:latin typeface="Montserrat ExtraBold"/>
                <a:ea typeface="Montserrat ExtraBold"/>
                <a:cs typeface="Montserrat ExtraBold"/>
                <a:sym typeface="Montserrat ExtraBold"/>
              </a:rPr>
              <a:t>Etiquette </a:t>
            </a:r>
            <a:r>
              <a:rPr lang="en" sz="4400">
                <a:solidFill>
                  <a:srgbClr val="EBE9DA"/>
                </a:solidFill>
                <a:latin typeface="Montserrat ExtraBold"/>
                <a:ea typeface="Montserrat ExtraBold"/>
                <a:cs typeface="Montserrat ExtraBold"/>
                <a:sym typeface="Montserrat ExtraBold"/>
              </a:rPr>
              <a:t>and Cultural Expectations</a:t>
            </a:r>
            <a:endParaRPr sz="4400">
              <a:solidFill>
                <a:srgbClr val="EBE9DA"/>
              </a:solidFill>
              <a:latin typeface="Montserrat ExtraBold"/>
              <a:ea typeface="Montserrat ExtraBold"/>
              <a:cs typeface="Montserrat ExtraBold"/>
              <a:sym typeface="Montserrat ExtraBold"/>
            </a:endParaRPr>
          </a:p>
          <a:p>
            <a:pPr indent="0" lvl="0" marL="0" rtl="0" algn="l">
              <a:spcBef>
                <a:spcPts val="0"/>
              </a:spcBef>
              <a:spcAft>
                <a:spcPts val="0"/>
              </a:spcAft>
              <a:buNone/>
            </a:pPr>
            <a:r>
              <a:t/>
            </a:r>
            <a:endParaRPr sz="4400">
              <a:solidFill>
                <a:srgbClr val="EBE9DA"/>
              </a:solidFill>
              <a:latin typeface="Montserrat ExtraBold"/>
              <a:ea typeface="Montserrat ExtraBold"/>
              <a:cs typeface="Montserrat ExtraBold"/>
              <a:sym typeface="Montserrat ExtraBold"/>
            </a:endParaRPr>
          </a:p>
          <a:p>
            <a:pPr indent="0" lvl="0" marL="0" rtl="0" algn="l">
              <a:spcBef>
                <a:spcPts val="0"/>
              </a:spcBef>
              <a:spcAft>
                <a:spcPts val="0"/>
              </a:spcAft>
              <a:buNone/>
            </a:pPr>
            <a:r>
              <a:t/>
            </a:r>
            <a:endParaRPr sz="4400">
              <a:solidFill>
                <a:srgbClr val="EBE9DA"/>
              </a:solidFill>
              <a:latin typeface="Montserrat ExtraBold"/>
              <a:ea typeface="Montserrat ExtraBold"/>
              <a:cs typeface="Montserrat ExtraBold"/>
              <a:sym typeface="Montserrat ExtraBold"/>
            </a:endParaRPr>
          </a:p>
          <a:p>
            <a:pPr indent="0" lvl="0" marL="0" rtl="0" algn="l">
              <a:spcBef>
                <a:spcPts val="0"/>
              </a:spcBef>
              <a:spcAft>
                <a:spcPts val="0"/>
              </a:spcAft>
              <a:buNone/>
            </a:pPr>
            <a:r>
              <a:t/>
            </a:r>
            <a:endParaRPr sz="4400">
              <a:solidFill>
                <a:srgbClr val="EBE9DA"/>
              </a:solidFill>
              <a:latin typeface="Montserrat ExtraBold"/>
              <a:ea typeface="Montserrat ExtraBold"/>
              <a:cs typeface="Montserrat ExtraBold"/>
              <a:sym typeface="Montserrat ExtraBold"/>
            </a:endParaRPr>
          </a:p>
          <a:p>
            <a:pPr indent="0" lvl="0" marL="0" rtl="0" algn="l">
              <a:spcBef>
                <a:spcPts val="0"/>
              </a:spcBef>
              <a:spcAft>
                <a:spcPts val="0"/>
              </a:spcAft>
              <a:buNone/>
            </a:pPr>
            <a:r>
              <a:t/>
            </a:r>
            <a:endParaRPr sz="4400">
              <a:solidFill>
                <a:srgbClr val="EBE9DA"/>
              </a:solidFill>
              <a:latin typeface="Montserrat ExtraBold"/>
              <a:ea typeface="Montserrat ExtraBold"/>
              <a:cs typeface="Montserrat ExtraBold"/>
              <a:sym typeface="Montserrat Extra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0000"/>
        </a:solidFill>
      </p:bgPr>
    </p:bg>
    <p:spTree>
      <p:nvGrpSpPr>
        <p:cNvPr id="144" name="Shape 144"/>
        <p:cNvGrpSpPr/>
        <p:nvPr/>
      </p:nvGrpSpPr>
      <p:grpSpPr>
        <a:xfrm>
          <a:off x="0" y="0"/>
          <a:ext cx="0" cy="0"/>
          <a:chOff x="0" y="0"/>
          <a:chExt cx="0" cy="0"/>
        </a:xfrm>
      </p:grpSpPr>
      <p:sp>
        <p:nvSpPr>
          <p:cNvPr id="145" name="Google Shape;145;p31"/>
          <p:cNvSpPr/>
          <p:nvPr/>
        </p:nvSpPr>
        <p:spPr>
          <a:xfrm>
            <a:off x="0" y="9524123"/>
            <a:ext cx="7315200" cy="534600"/>
          </a:xfrm>
          <a:prstGeom prst="rect">
            <a:avLst/>
          </a:prstGeom>
          <a:solidFill>
            <a:srgbClr val="980000"/>
          </a:solidFill>
          <a:ln>
            <a:noFill/>
          </a:ln>
        </p:spPr>
        <p:txBody>
          <a:bodyPr anchorCtr="0" anchor="ctr" bIns="87650" lIns="87650" spcFirstLastPara="1" rIns="87650" wrap="square" tIns="87650">
            <a:noAutofit/>
          </a:bodyPr>
          <a:lstStyle/>
          <a:p>
            <a:pPr indent="0" lvl="0" marL="0" rtl="0" algn="l">
              <a:spcBef>
                <a:spcPts val="0"/>
              </a:spcBef>
              <a:spcAft>
                <a:spcPts val="0"/>
              </a:spcAft>
              <a:buNone/>
            </a:pPr>
            <a:r>
              <a:t/>
            </a:r>
            <a:endParaRPr/>
          </a:p>
        </p:txBody>
      </p:sp>
      <p:sp>
        <p:nvSpPr>
          <p:cNvPr id="146" name="Google Shape;146;p31"/>
          <p:cNvSpPr txBox="1"/>
          <p:nvPr/>
        </p:nvSpPr>
        <p:spPr>
          <a:xfrm>
            <a:off x="6705939" y="0"/>
            <a:ext cx="390900" cy="1082100"/>
          </a:xfrm>
          <a:prstGeom prst="rect">
            <a:avLst/>
          </a:prstGeom>
          <a:solidFill>
            <a:srgbClr val="980000"/>
          </a:solidFill>
          <a:ln>
            <a:noFill/>
          </a:ln>
        </p:spPr>
        <p:txBody>
          <a:bodyPr anchorCtr="0" anchor="t" bIns="87650" lIns="87650" spcFirstLastPara="1" rIns="87650" wrap="square" tIns="87650">
            <a:noAutofit/>
          </a:bodyPr>
          <a:lstStyle/>
          <a:p>
            <a:pPr indent="0" lvl="0" marL="0" rtl="0" algn="l">
              <a:spcBef>
                <a:spcPts val="0"/>
              </a:spcBef>
              <a:spcAft>
                <a:spcPts val="0"/>
              </a:spcAft>
              <a:buNone/>
            </a:pPr>
            <a:r>
              <a:t/>
            </a:r>
            <a:endParaRPr sz="1300"/>
          </a:p>
        </p:txBody>
      </p:sp>
      <p:sp>
        <p:nvSpPr>
          <p:cNvPr id="147" name="Google Shape;147;p31"/>
          <p:cNvSpPr txBox="1"/>
          <p:nvPr/>
        </p:nvSpPr>
        <p:spPr>
          <a:xfrm>
            <a:off x="332150" y="275750"/>
            <a:ext cx="6764700" cy="8743800"/>
          </a:xfrm>
          <a:prstGeom prst="rect">
            <a:avLst/>
          </a:prstGeom>
          <a:solidFill>
            <a:schemeClr val="lt1"/>
          </a:solidFill>
          <a:ln>
            <a:noFill/>
          </a:ln>
        </p:spPr>
        <p:txBody>
          <a:bodyPr anchorCtr="0" anchor="t" bIns="87650" lIns="87650" spcFirstLastPara="1" rIns="87650" wrap="square" tIns="87650">
            <a:spAutoFit/>
          </a:bodyPr>
          <a:lstStyle/>
          <a:p>
            <a:pPr indent="0" lvl="0" marL="0" rtl="0" algn="l">
              <a:lnSpc>
                <a:spcPct val="115000"/>
              </a:lnSpc>
              <a:spcBef>
                <a:spcPts val="1200"/>
              </a:spcBef>
              <a:spcAft>
                <a:spcPts val="0"/>
              </a:spcAft>
              <a:buNone/>
            </a:pPr>
            <a:r>
              <a:rPr b="1" lang="en" sz="3200">
                <a:solidFill>
                  <a:srgbClr val="5E374B"/>
                </a:solidFill>
                <a:latin typeface="Montserrat"/>
                <a:ea typeface="Montserrat"/>
                <a:cs typeface="Montserrat"/>
                <a:sym typeface="Montserrat"/>
              </a:rPr>
              <a:t>DO’S</a:t>
            </a:r>
            <a:endParaRPr b="1" sz="3200">
              <a:solidFill>
                <a:srgbClr val="5E374B"/>
              </a:solidFill>
              <a:latin typeface="Montserrat"/>
              <a:ea typeface="Montserrat"/>
              <a:cs typeface="Montserrat"/>
              <a:sym typeface="Montserrat"/>
            </a:endParaRPr>
          </a:p>
          <a:p>
            <a:pPr indent="-387350" lvl="0" marL="457200" rtl="0" algn="l">
              <a:lnSpc>
                <a:spcPct val="115000"/>
              </a:lnSpc>
              <a:spcBef>
                <a:spcPts val="1200"/>
              </a:spcBef>
              <a:spcAft>
                <a:spcPts val="0"/>
              </a:spcAft>
              <a:buClr>
                <a:schemeClr val="dk1"/>
              </a:buClr>
              <a:buSzPts val="2500"/>
              <a:buFont typeface="Montserrat"/>
              <a:buChar char="❖"/>
            </a:pPr>
            <a:r>
              <a:rPr b="1" lang="en" sz="2500">
                <a:solidFill>
                  <a:schemeClr val="dk1"/>
                </a:solidFill>
                <a:latin typeface="Montserrat"/>
                <a:ea typeface="Montserrat"/>
                <a:cs typeface="Montserrat"/>
                <a:sym typeface="Montserrat"/>
              </a:rPr>
              <a:t>Dress modestly:</a:t>
            </a:r>
            <a:r>
              <a:rPr b="1" lang="en" sz="2500">
                <a:solidFill>
                  <a:schemeClr val="dk1"/>
                </a:solidFill>
                <a:latin typeface="Montserrat"/>
                <a:ea typeface="Montserrat"/>
                <a:cs typeface="Montserrat"/>
                <a:sym typeface="Montserrat"/>
              </a:rPr>
              <a:t> </a:t>
            </a:r>
            <a:r>
              <a:rPr b="1" lang="en" sz="2500">
                <a:solidFill>
                  <a:schemeClr val="dk1"/>
                </a:solidFill>
                <a:latin typeface="Montserrat"/>
                <a:ea typeface="Montserrat"/>
                <a:cs typeface="Montserrat"/>
                <a:sym typeface="Montserrat"/>
              </a:rPr>
              <a:t>when visiting religious sites or conservative areas. </a:t>
            </a:r>
            <a:endParaRPr b="1" sz="2500">
              <a:solidFill>
                <a:schemeClr val="dk1"/>
              </a:solidFill>
              <a:latin typeface="Montserrat"/>
              <a:ea typeface="Montserrat"/>
              <a:cs typeface="Montserrat"/>
              <a:sym typeface="Montserrat"/>
            </a:endParaRPr>
          </a:p>
          <a:p>
            <a:pPr indent="-387350" lvl="0" marL="457200" rtl="0" algn="l">
              <a:lnSpc>
                <a:spcPct val="115000"/>
              </a:lnSpc>
              <a:spcBef>
                <a:spcPts val="0"/>
              </a:spcBef>
              <a:spcAft>
                <a:spcPts val="0"/>
              </a:spcAft>
              <a:buClr>
                <a:schemeClr val="dk1"/>
              </a:buClr>
              <a:buSzPts val="2500"/>
              <a:buFont typeface="Montserrat"/>
              <a:buChar char="❖"/>
            </a:pPr>
            <a:r>
              <a:rPr b="1" lang="en" sz="2500">
                <a:solidFill>
                  <a:schemeClr val="dk1"/>
                </a:solidFill>
                <a:latin typeface="Montserrat"/>
                <a:ea typeface="Montserrat"/>
                <a:cs typeface="Montserrat"/>
                <a:sym typeface="Montserrat"/>
              </a:rPr>
              <a:t>Greet with respect: A firm handshake and eye contact are common greetings. </a:t>
            </a:r>
            <a:endParaRPr b="1" sz="3000">
              <a:solidFill>
                <a:srgbClr val="5E374B"/>
              </a:solidFill>
              <a:latin typeface="Montserrat"/>
              <a:ea typeface="Montserrat"/>
              <a:cs typeface="Montserrat"/>
              <a:sym typeface="Montserrat"/>
            </a:endParaRPr>
          </a:p>
          <a:p>
            <a:pPr indent="0" lvl="0" marL="0" rtl="0" algn="l">
              <a:spcBef>
                <a:spcPts val="1200"/>
              </a:spcBef>
              <a:spcAft>
                <a:spcPts val="0"/>
              </a:spcAft>
              <a:buNone/>
            </a:pPr>
            <a:r>
              <a:rPr b="1" lang="en" sz="2700">
                <a:solidFill>
                  <a:srgbClr val="5E374B"/>
                </a:solidFill>
                <a:latin typeface="Montserrat"/>
                <a:ea typeface="Montserrat"/>
                <a:cs typeface="Montserrat"/>
                <a:sym typeface="Montserrat"/>
              </a:rPr>
              <a:t>DON'TS</a:t>
            </a:r>
            <a:endParaRPr b="1" sz="2700">
              <a:solidFill>
                <a:srgbClr val="5E374B"/>
              </a:solidFill>
              <a:latin typeface="Montserrat"/>
              <a:ea typeface="Montserrat"/>
              <a:cs typeface="Montserrat"/>
              <a:sym typeface="Montserrat"/>
            </a:endParaRPr>
          </a:p>
          <a:p>
            <a:pPr indent="-400050" lvl="0" marL="457200" rtl="0" algn="l">
              <a:spcBef>
                <a:spcPts val="0"/>
              </a:spcBef>
              <a:spcAft>
                <a:spcPts val="0"/>
              </a:spcAft>
              <a:buClr>
                <a:srgbClr val="5E374B"/>
              </a:buClr>
              <a:buSzPts val="2700"/>
              <a:buFont typeface="Montserrat"/>
              <a:buChar char="❖"/>
            </a:pPr>
            <a:r>
              <a:rPr b="1" lang="en" sz="2700">
                <a:solidFill>
                  <a:srgbClr val="5E374B"/>
                </a:solidFill>
                <a:latin typeface="Montserrat"/>
                <a:ea typeface="Montserrat"/>
                <a:cs typeface="Montserrat"/>
                <a:sym typeface="Montserrat"/>
              </a:rPr>
              <a:t>Don't be overly loud or boisterous: Respect the peaceful atmosphere of Cappadocia, especially in historic areas. </a:t>
            </a:r>
            <a:endParaRPr b="1" sz="2700">
              <a:solidFill>
                <a:srgbClr val="5E374B"/>
              </a:solidFill>
              <a:latin typeface="Montserrat"/>
              <a:ea typeface="Montserrat"/>
              <a:cs typeface="Montserrat"/>
              <a:sym typeface="Montserrat"/>
            </a:endParaRPr>
          </a:p>
          <a:p>
            <a:pPr indent="-400050" lvl="0" marL="457200" rtl="0" algn="l">
              <a:spcBef>
                <a:spcPts val="0"/>
              </a:spcBef>
              <a:spcAft>
                <a:spcPts val="0"/>
              </a:spcAft>
              <a:buClr>
                <a:srgbClr val="5E374B"/>
              </a:buClr>
              <a:buSzPts val="2700"/>
              <a:buFont typeface="Montserrat"/>
              <a:buChar char="❖"/>
            </a:pPr>
            <a:r>
              <a:rPr b="1" lang="en" sz="2700">
                <a:solidFill>
                  <a:srgbClr val="5E374B"/>
                </a:solidFill>
                <a:latin typeface="Montserrat"/>
                <a:ea typeface="Montserrat"/>
                <a:cs typeface="Montserrat"/>
                <a:sym typeface="Montserrat"/>
              </a:rPr>
              <a:t>Don't photograph people without permission: It's considered impolite to photograph people without their consent.</a:t>
            </a:r>
            <a:endParaRPr b="1" sz="2700">
              <a:solidFill>
                <a:srgbClr val="5E374B"/>
              </a:solidFill>
              <a:latin typeface="Montserrat"/>
              <a:ea typeface="Montserrat"/>
              <a:cs typeface="Montserrat"/>
              <a:sym typeface="Montserrat"/>
            </a:endParaRPr>
          </a:p>
          <a:p>
            <a:pPr indent="0" lvl="0" marL="0" rtl="0" algn="l">
              <a:spcBef>
                <a:spcPts val="0"/>
              </a:spcBef>
              <a:spcAft>
                <a:spcPts val="0"/>
              </a:spcAft>
              <a:buNone/>
            </a:pPr>
            <a:r>
              <a:t/>
            </a:r>
            <a:endParaRPr b="1" sz="2800">
              <a:solidFill>
                <a:srgbClr val="5E374B"/>
              </a:solidFill>
              <a:latin typeface="Montserrat"/>
              <a:ea typeface="Montserrat"/>
              <a:cs typeface="Montserrat"/>
              <a:sym typeface="Montserrat"/>
            </a:endParaRPr>
          </a:p>
          <a:p>
            <a:pPr indent="0" lvl="0" marL="457200" rtl="0" algn="l">
              <a:spcBef>
                <a:spcPts val="0"/>
              </a:spcBef>
              <a:spcAft>
                <a:spcPts val="0"/>
              </a:spcAft>
              <a:buNone/>
            </a:pPr>
            <a:r>
              <a:t/>
            </a:r>
            <a:endParaRPr b="1" sz="2800">
              <a:solidFill>
                <a:srgbClr val="5E374B"/>
              </a:solidFill>
              <a:latin typeface="Montserrat"/>
              <a:ea typeface="Montserrat"/>
              <a:cs typeface="Montserrat"/>
              <a:sym typeface="Montserrat"/>
            </a:endParaRPr>
          </a:p>
          <a:p>
            <a:pPr indent="0" lvl="0" marL="0" rtl="0" algn="l">
              <a:spcBef>
                <a:spcPts val="0"/>
              </a:spcBef>
              <a:spcAft>
                <a:spcPts val="0"/>
              </a:spcAft>
              <a:buNone/>
            </a:pPr>
            <a:r>
              <a:t/>
            </a:r>
            <a:endParaRPr b="1" sz="2800">
              <a:solidFill>
                <a:srgbClr val="5E374B"/>
              </a:solidFill>
              <a:latin typeface="Montserrat"/>
              <a:ea typeface="Montserrat"/>
              <a:cs typeface="Montserrat"/>
              <a:sym typeface="Montserrat"/>
            </a:endParaRPr>
          </a:p>
          <a:p>
            <a:pPr indent="0" lvl="0" marL="0" rtl="0" algn="l">
              <a:spcBef>
                <a:spcPts val="0"/>
              </a:spcBef>
              <a:spcAft>
                <a:spcPts val="0"/>
              </a:spcAft>
              <a:buNone/>
            </a:pPr>
            <a:r>
              <a:t/>
            </a:r>
            <a:endParaRPr b="1" sz="2900">
              <a:solidFill>
                <a:srgbClr val="5E374B"/>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0000"/>
        </a:solidFill>
      </p:bgPr>
    </p:bg>
    <p:spTree>
      <p:nvGrpSpPr>
        <p:cNvPr id="151" name="Shape 151"/>
        <p:cNvGrpSpPr/>
        <p:nvPr/>
      </p:nvGrpSpPr>
      <p:grpSpPr>
        <a:xfrm>
          <a:off x="0" y="0"/>
          <a:ext cx="0" cy="0"/>
          <a:chOff x="0" y="0"/>
          <a:chExt cx="0" cy="0"/>
        </a:xfrm>
      </p:grpSpPr>
      <p:sp>
        <p:nvSpPr>
          <p:cNvPr id="152" name="Google Shape;152;p32"/>
          <p:cNvSpPr/>
          <p:nvPr/>
        </p:nvSpPr>
        <p:spPr>
          <a:xfrm>
            <a:off x="176590" y="221968"/>
            <a:ext cx="6951900" cy="9628200"/>
          </a:xfrm>
          <a:prstGeom prst="rect">
            <a:avLst/>
          </a:prstGeom>
          <a:solidFill>
            <a:srgbClr val="980000"/>
          </a:solidFill>
          <a:ln>
            <a:noFill/>
          </a:ln>
        </p:spPr>
        <p:txBody>
          <a:bodyPr anchorCtr="0" anchor="ctr" bIns="87650" lIns="87650" spcFirstLastPara="1" rIns="87650" wrap="square" tIns="87650">
            <a:noAutofit/>
          </a:bodyPr>
          <a:lstStyle/>
          <a:p>
            <a:pPr indent="0" lvl="0" marL="0" rtl="0" algn="l">
              <a:spcBef>
                <a:spcPts val="0"/>
              </a:spcBef>
              <a:spcAft>
                <a:spcPts val="0"/>
              </a:spcAft>
              <a:buNone/>
            </a:pPr>
            <a:r>
              <a:t/>
            </a:r>
            <a:endParaRPr/>
          </a:p>
        </p:txBody>
      </p:sp>
      <p:cxnSp>
        <p:nvCxnSpPr>
          <p:cNvPr id="153" name="Google Shape;153;p32"/>
          <p:cNvCxnSpPr/>
          <p:nvPr/>
        </p:nvCxnSpPr>
        <p:spPr>
          <a:xfrm>
            <a:off x="485653" y="853258"/>
            <a:ext cx="0" cy="8291100"/>
          </a:xfrm>
          <a:prstGeom prst="straightConnector1">
            <a:avLst/>
          </a:prstGeom>
          <a:noFill/>
          <a:ln cap="flat" cmpd="sng" w="19050">
            <a:solidFill>
              <a:schemeClr val="dk1"/>
            </a:solidFill>
            <a:prstDash val="solid"/>
            <a:round/>
            <a:headEnd len="med" w="med" type="none"/>
            <a:tailEnd len="med" w="med" type="none"/>
          </a:ln>
        </p:spPr>
      </p:cxnSp>
      <p:sp>
        <p:nvSpPr>
          <p:cNvPr id="154" name="Google Shape;154;p32"/>
          <p:cNvSpPr txBox="1"/>
          <p:nvPr/>
        </p:nvSpPr>
        <p:spPr>
          <a:xfrm>
            <a:off x="696350" y="3921075"/>
            <a:ext cx="5903100" cy="1108200"/>
          </a:xfrm>
          <a:prstGeom prst="rect">
            <a:avLst/>
          </a:prstGeom>
          <a:solidFill>
            <a:schemeClr val="dk1"/>
          </a:solidFill>
          <a:ln>
            <a:noFill/>
          </a:ln>
        </p:spPr>
        <p:txBody>
          <a:bodyPr anchorCtr="0" anchor="t" bIns="87650" lIns="87650" spcFirstLastPara="1" rIns="87650" wrap="square" tIns="87650">
            <a:noAutofit/>
          </a:bodyPr>
          <a:lstStyle/>
          <a:p>
            <a:pPr indent="0" lvl="0" marL="0" rtl="0" algn="l">
              <a:spcBef>
                <a:spcPts val="0"/>
              </a:spcBef>
              <a:spcAft>
                <a:spcPts val="0"/>
              </a:spcAft>
              <a:buNone/>
            </a:pPr>
            <a:r>
              <a:rPr lang="en" sz="4400">
                <a:solidFill>
                  <a:srgbClr val="EBE9DA"/>
                </a:solidFill>
                <a:latin typeface="Montserrat ExtraBold"/>
                <a:ea typeface="Montserrat ExtraBold"/>
                <a:cs typeface="Montserrat ExtraBold"/>
                <a:sym typeface="Montserrat ExtraBold"/>
              </a:rPr>
              <a:t>Event Information</a:t>
            </a:r>
            <a:endParaRPr sz="4800">
              <a:solidFill>
                <a:srgbClr val="EBE9DA"/>
              </a:solidFill>
              <a:latin typeface="Montserrat ExtraBold"/>
              <a:ea typeface="Montserrat ExtraBold"/>
              <a:cs typeface="Montserrat ExtraBold"/>
              <a:sym typeface="Montserrat Extra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0000"/>
        </a:solidFill>
      </p:bgPr>
    </p:bg>
    <p:spTree>
      <p:nvGrpSpPr>
        <p:cNvPr id="158" name="Shape 158"/>
        <p:cNvGrpSpPr/>
        <p:nvPr/>
      </p:nvGrpSpPr>
      <p:grpSpPr>
        <a:xfrm>
          <a:off x="0" y="0"/>
          <a:ext cx="0" cy="0"/>
          <a:chOff x="0" y="0"/>
          <a:chExt cx="0" cy="0"/>
        </a:xfrm>
      </p:grpSpPr>
      <p:sp>
        <p:nvSpPr>
          <p:cNvPr id="159" name="Google Shape;159;p33"/>
          <p:cNvSpPr/>
          <p:nvPr/>
        </p:nvSpPr>
        <p:spPr>
          <a:xfrm>
            <a:off x="0" y="9524123"/>
            <a:ext cx="7315200" cy="534600"/>
          </a:xfrm>
          <a:prstGeom prst="rect">
            <a:avLst/>
          </a:prstGeom>
          <a:solidFill>
            <a:srgbClr val="980000"/>
          </a:solidFill>
          <a:ln>
            <a:noFill/>
          </a:ln>
        </p:spPr>
        <p:txBody>
          <a:bodyPr anchorCtr="0" anchor="ctr" bIns="87650" lIns="87650" spcFirstLastPara="1" rIns="87650" wrap="square" tIns="87650">
            <a:noAutofit/>
          </a:bodyPr>
          <a:lstStyle/>
          <a:p>
            <a:pPr indent="0" lvl="0" marL="0" rtl="0" algn="l">
              <a:spcBef>
                <a:spcPts val="0"/>
              </a:spcBef>
              <a:spcAft>
                <a:spcPts val="0"/>
              </a:spcAft>
              <a:buNone/>
            </a:pPr>
            <a:r>
              <a:t/>
            </a:r>
            <a:endParaRPr/>
          </a:p>
        </p:txBody>
      </p:sp>
      <p:sp>
        <p:nvSpPr>
          <p:cNvPr id="160" name="Google Shape;160;p33"/>
          <p:cNvSpPr txBox="1"/>
          <p:nvPr/>
        </p:nvSpPr>
        <p:spPr>
          <a:xfrm>
            <a:off x="6705939" y="0"/>
            <a:ext cx="390900" cy="1082100"/>
          </a:xfrm>
          <a:prstGeom prst="rect">
            <a:avLst/>
          </a:prstGeom>
          <a:solidFill>
            <a:srgbClr val="980000"/>
          </a:solidFill>
          <a:ln>
            <a:noFill/>
          </a:ln>
        </p:spPr>
        <p:txBody>
          <a:bodyPr anchorCtr="0" anchor="t" bIns="87650" lIns="87650" spcFirstLastPara="1" rIns="87650" wrap="square" tIns="87650">
            <a:noAutofit/>
          </a:bodyPr>
          <a:lstStyle/>
          <a:p>
            <a:pPr indent="0" lvl="0" marL="0" rtl="0" algn="l">
              <a:spcBef>
                <a:spcPts val="0"/>
              </a:spcBef>
              <a:spcAft>
                <a:spcPts val="0"/>
              </a:spcAft>
              <a:buNone/>
            </a:pPr>
            <a:r>
              <a:t/>
            </a:r>
            <a:endParaRPr sz="1300"/>
          </a:p>
        </p:txBody>
      </p:sp>
      <p:sp>
        <p:nvSpPr>
          <p:cNvPr id="161" name="Google Shape;161;p33"/>
          <p:cNvSpPr txBox="1"/>
          <p:nvPr/>
        </p:nvSpPr>
        <p:spPr>
          <a:xfrm>
            <a:off x="275250" y="604025"/>
            <a:ext cx="6821700" cy="7300800"/>
          </a:xfrm>
          <a:prstGeom prst="rect">
            <a:avLst/>
          </a:prstGeom>
          <a:solidFill>
            <a:schemeClr val="lt1"/>
          </a:solidFill>
          <a:ln>
            <a:noFill/>
          </a:ln>
        </p:spPr>
        <p:txBody>
          <a:bodyPr anchorCtr="0" anchor="t" bIns="87650" lIns="87650" spcFirstLastPara="1" rIns="87650" wrap="square" tIns="87650">
            <a:spAutoFit/>
          </a:bodyPr>
          <a:lstStyle/>
          <a:p>
            <a:pPr indent="0" lvl="0" marL="0" rtl="0" algn="l">
              <a:lnSpc>
                <a:spcPct val="115000"/>
              </a:lnSpc>
              <a:spcBef>
                <a:spcPts val="1800"/>
              </a:spcBef>
              <a:spcAft>
                <a:spcPts val="0"/>
              </a:spcAft>
              <a:buNone/>
            </a:pPr>
            <a:r>
              <a:t/>
            </a:r>
            <a:endParaRPr b="1" sz="1700">
              <a:solidFill>
                <a:schemeClr val="dk1"/>
              </a:solidFill>
            </a:endParaRPr>
          </a:p>
          <a:p>
            <a:pPr indent="0" lvl="0" marL="0" rtl="0" algn="l">
              <a:lnSpc>
                <a:spcPct val="115000"/>
              </a:lnSpc>
              <a:spcBef>
                <a:spcPts val="1200"/>
              </a:spcBef>
              <a:spcAft>
                <a:spcPts val="0"/>
              </a:spcAft>
              <a:buNone/>
            </a:pPr>
            <a:r>
              <a:rPr b="1" lang="en" sz="3200">
                <a:solidFill>
                  <a:srgbClr val="5E374B"/>
                </a:solidFill>
                <a:latin typeface="Montserrat"/>
                <a:ea typeface="Montserrat"/>
                <a:cs typeface="Montserrat"/>
                <a:sym typeface="Montserrat"/>
              </a:rPr>
              <a:t>ACTIVITIES TO DO :</a:t>
            </a:r>
            <a:endParaRPr b="1" sz="3200">
              <a:solidFill>
                <a:srgbClr val="5E374B"/>
              </a:solidFill>
              <a:latin typeface="Montserrat"/>
              <a:ea typeface="Montserrat"/>
              <a:cs typeface="Montserrat"/>
              <a:sym typeface="Montserrat"/>
            </a:endParaRPr>
          </a:p>
          <a:p>
            <a:pPr indent="-425450" lvl="0" marL="457200" rtl="0" algn="l">
              <a:lnSpc>
                <a:spcPct val="115000"/>
              </a:lnSpc>
              <a:spcBef>
                <a:spcPts val="1200"/>
              </a:spcBef>
              <a:spcAft>
                <a:spcPts val="0"/>
              </a:spcAft>
              <a:buClr>
                <a:srgbClr val="5E374B"/>
              </a:buClr>
              <a:buSzPts val="3100"/>
              <a:buFont typeface="Montserrat"/>
              <a:buAutoNum type="arabicPeriod"/>
            </a:pPr>
            <a:r>
              <a:rPr b="1" lang="en" sz="3100">
                <a:solidFill>
                  <a:srgbClr val="5E374B"/>
                </a:solidFill>
                <a:latin typeface="Montserrat"/>
                <a:ea typeface="Montserrat"/>
                <a:cs typeface="Montserrat"/>
                <a:sym typeface="Montserrat"/>
              </a:rPr>
              <a:t>Hot air balloon ride at sunrise. </a:t>
            </a:r>
            <a:endParaRPr b="1" sz="3100">
              <a:solidFill>
                <a:srgbClr val="5E374B"/>
              </a:solidFill>
              <a:latin typeface="Montserrat"/>
              <a:ea typeface="Montserrat"/>
              <a:cs typeface="Montserrat"/>
              <a:sym typeface="Montserrat"/>
            </a:endParaRPr>
          </a:p>
          <a:p>
            <a:pPr indent="-425450" lvl="0" marL="457200" rtl="0" algn="l">
              <a:lnSpc>
                <a:spcPct val="115000"/>
              </a:lnSpc>
              <a:spcBef>
                <a:spcPts val="0"/>
              </a:spcBef>
              <a:spcAft>
                <a:spcPts val="0"/>
              </a:spcAft>
              <a:buClr>
                <a:srgbClr val="5E374B"/>
              </a:buClr>
              <a:buSzPts val="3100"/>
              <a:buFont typeface="Montserrat"/>
              <a:buAutoNum type="arabicPeriod"/>
            </a:pPr>
            <a:r>
              <a:rPr b="1" lang="en" sz="3100">
                <a:solidFill>
                  <a:srgbClr val="5E374B"/>
                </a:solidFill>
                <a:latin typeface="Montserrat"/>
                <a:ea typeface="Montserrat"/>
                <a:cs typeface="Montserrat"/>
                <a:sym typeface="Montserrat"/>
              </a:rPr>
              <a:t>Hiking through the fairy chimneys. </a:t>
            </a:r>
            <a:endParaRPr b="1" sz="3100">
              <a:solidFill>
                <a:srgbClr val="5E374B"/>
              </a:solidFill>
              <a:latin typeface="Montserrat"/>
              <a:ea typeface="Montserrat"/>
              <a:cs typeface="Montserrat"/>
              <a:sym typeface="Montserrat"/>
            </a:endParaRPr>
          </a:p>
          <a:p>
            <a:pPr indent="-438150" lvl="0" marL="457200" rtl="0" algn="l">
              <a:lnSpc>
                <a:spcPct val="115000"/>
              </a:lnSpc>
              <a:spcBef>
                <a:spcPts val="0"/>
              </a:spcBef>
              <a:spcAft>
                <a:spcPts val="0"/>
              </a:spcAft>
              <a:buClr>
                <a:srgbClr val="5E374B"/>
              </a:buClr>
              <a:buSzPts val="3300"/>
              <a:buFont typeface="Montserrat"/>
              <a:buAutoNum type="arabicPeriod"/>
            </a:pPr>
            <a:r>
              <a:rPr b="1" lang="en" sz="3300">
                <a:solidFill>
                  <a:srgbClr val="5E374B"/>
                </a:solidFill>
                <a:latin typeface="Montserrat"/>
                <a:ea typeface="Montserrat"/>
                <a:cs typeface="Montserrat"/>
                <a:sym typeface="Montserrat"/>
              </a:rPr>
              <a:t>Underground City Tour to discover the fascinating history of Cappadocia.</a:t>
            </a:r>
            <a:endParaRPr b="1" sz="3300">
              <a:solidFill>
                <a:srgbClr val="5E374B"/>
              </a:solidFill>
              <a:latin typeface="Montserrat"/>
              <a:ea typeface="Montserrat"/>
              <a:cs typeface="Montserrat"/>
              <a:sym typeface="Montserrat"/>
            </a:endParaRPr>
          </a:p>
          <a:p>
            <a:pPr indent="0" lvl="0" marL="0" rtl="0" algn="l">
              <a:spcBef>
                <a:spcPts val="1200"/>
              </a:spcBef>
              <a:spcAft>
                <a:spcPts val="0"/>
              </a:spcAft>
              <a:buNone/>
            </a:pPr>
            <a:r>
              <a:t/>
            </a:r>
            <a:endParaRPr b="1" sz="3000">
              <a:solidFill>
                <a:schemeClr val="accent1"/>
              </a:solidFill>
              <a:latin typeface="Montserrat"/>
              <a:ea typeface="Montserrat"/>
              <a:cs typeface="Montserrat"/>
              <a:sym typeface="Montserrat"/>
            </a:endParaRPr>
          </a:p>
          <a:p>
            <a:pPr indent="0" lvl="0" marL="0" rtl="0" algn="l">
              <a:spcBef>
                <a:spcPts val="0"/>
              </a:spcBef>
              <a:spcAft>
                <a:spcPts val="0"/>
              </a:spcAft>
              <a:buNone/>
            </a:pPr>
            <a:r>
              <a:t/>
            </a:r>
            <a:endParaRPr b="1" sz="3000">
              <a:solidFill>
                <a:srgbClr val="5E374B"/>
              </a:solidFill>
              <a:latin typeface="Montserrat"/>
              <a:ea typeface="Montserrat"/>
              <a:cs typeface="Montserrat"/>
              <a:sym typeface="Montserrat"/>
            </a:endParaRPr>
          </a:p>
          <a:p>
            <a:pPr indent="0" lvl="0" marL="0" rtl="0" algn="l">
              <a:spcBef>
                <a:spcPts val="0"/>
              </a:spcBef>
              <a:spcAft>
                <a:spcPts val="0"/>
              </a:spcAft>
              <a:buNone/>
            </a:pPr>
            <a:r>
              <a:t/>
            </a:r>
            <a:endParaRPr b="1" sz="3000">
              <a:solidFill>
                <a:srgbClr val="5E374B"/>
              </a:solidFill>
              <a:latin typeface="Montserrat"/>
              <a:ea typeface="Montserrat"/>
              <a:cs typeface="Montserrat"/>
              <a:sym typeface="Montserrat"/>
            </a:endParaRPr>
          </a:p>
          <a:p>
            <a:pPr indent="0" lvl="0" marL="0" rtl="0" algn="l">
              <a:spcBef>
                <a:spcPts val="0"/>
              </a:spcBef>
              <a:spcAft>
                <a:spcPts val="0"/>
              </a:spcAft>
              <a:buNone/>
            </a:pPr>
            <a:r>
              <a:t/>
            </a:r>
            <a:endParaRPr b="1" sz="3000">
              <a:solidFill>
                <a:srgbClr val="5E374B"/>
              </a:solidFill>
              <a:latin typeface="Montserrat"/>
              <a:ea typeface="Montserrat"/>
              <a:cs typeface="Montserrat"/>
              <a:sym typeface="Montserrat"/>
            </a:endParaRPr>
          </a:p>
        </p:txBody>
      </p:sp>
      <p:pic>
        <p:nvPicPr>
          <p:cNvPr descr="Royalty-Free photo: Flying hot air balloons during daytime | PickPik" id="162" name="Google Shape;162;p33"/>
          <p:cNvPicPr preferRelativeResize="0"/>
          <p:nvPr/>
        </p:nvPicPr>
        <p:blipFill>
          <a:blip r:embed="rId3">
            <a:alphaModFix/>
          </a:blip>
          <a:stretch>
            <a:fillRect/>
          </a:stretch>
        </p:blipFill>
        <p:spPr>
          <a:xfrm>
            <a:off x="0" y="5854400"/>
            <a:ext cx="7315201" cy="2346400"/>
          </a:xfrm>
          <a:prstGeom prst="rect">
            <a:avLst/>
          </a:prstGeom>
          <a:noFill/>
          <a:ln>
            <a:noFill/>
          </a:ln>
        </p:spPr>
      </p:pic>
      <p:pic>
        <p:nvPicPr>
          <p:cNvPr descr="File:Derinkuyu Underground City 9831 Nevit Enhancer.jpg ..." id="163" name="Google Shape;163;p33"/>
          <p:cNvPicPr preferRelativeResize="0"/>
          <p:nvPr/>
        </p:nvPicPr>
        <p:blipFill>
          <a:blip r:embed="rId4">
            <a:alphaModFix/>
          </a:blip>
          <a:stretch>
            <a:fillRect/>
          </a:stretch>
        </p:blipFill>
        <p:spPr>
          <a:xfrm>
            <a:off x="4181700" y="5854400"/>
            <a:ext cx="3133501" cy="2462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0000"/>
        </a:solidFill>
      </p:bgPr>
    </p:bg>
    <p:spTree>
      <p:nvGrpSpPr>
        <p:cNvPr id="167" name="Shape 167"/>
        <p:cNvGrpSpPr/>
        <p:nvPr/>
      </p:nvGrpSpPr>
      <p:grpSpPr>
        <a:xfrm>
          <a:off x="0" y="0"/>
          <a:ext cx="0" cy="0"/>
          <a:chOff x="0" y="0"/>
          <a:chExt cx="0" cy="0"/>
        </a:xfrm>
      </p:grpSpPr>
      <p:sp>
        <p:nvSpPr>
          <p:cNvPr id="168" name="Google Shape;168;p34"/>
          <p:cNvSpPr/>
          <p:nvPr/>
        </p:nvSpPr>
        <p:spPr>
          <a:xfrm>
            <a:off x="176590" y="221968"/>
            <a:ext cx="6951900" cy="9628200"/>
          </a:xfrm>
          <a:prstGeom prst="rect">
            <a:avLst/>
          </a:prstGeom>
          <a:solidFill>
            <a:srgbClr val="980000"/>
          </a:solidFill>
          <a:ln>
            <a:noFill/>
          </a:ln>
        </p:spPr>
        <p:txBody>
          <a:bodyPr anchorCtr="0" anchor="ctr" bIns="87650" lIns="87650" spcFirstLastPara="1" rIns="87650" wrap="square" tIns="87650">
            <a:noAutofit/>
          </a:bodyPr>
          <a:lstStyle/>
          <a:p>
            <a:pPr indent="0" lvl="0" marL="0" rtl="0" algn="l">
              <a:spcBef>
                <a:spcPts val="0"/>
              </a:spcBef>
              <a:spcAft>
                <a:spcPts val="0"/>
              </a:spcAft>
              <a:buNone/>
            </a:pPr>
            <a:r>
              <a:t/>
            </a:r>
            <a:endParaRPr/>
          </a:p>
        </p:txBody>
      </p:sp>
      <p:cxnSp>
        <p:nvCxnSpPr>
          <p:cNvPr id="169" name="Google Shape;169;p34"/>
          <p:cNvCxnSpPr/>
          <p:nvPr/>
        </p:nvCxnSpPr>
        <p:spPr>
          <a:xfrm>
            <a:off x="485653" y="853258"/>
            <a:ext cx="0" cy="8291100"/>
          </a:xfrm>
          <a:prstGeom prst="straightConnector1">
            <a:avLst/>
          </a:prstGeom>
          <a:noFill/>
          <a:ln cap="flat" cmpd="sng" w="19050">
            <a:solidFill>
              <a:schemeClr val="dk1"/>
            </a:solidFill>
            <a:prstDash val="solid"/>
            <a:round/>
            <a:headEnd len="med" w="med" type="none"/>
            <a:tailEnd len="med" w="med" type="none"/>
          </a:ln>
        </p:spPr>
      </p:cxnSp>
      <p:sp>
        <p:nvSpPr>
          <p:cNvPr id="170" name="Google Shape;170;p34"/>
          <p:cNvSpPr txBox="1"/>
          <p:nvPr/>
        </p:nvSpPr>
        <p:spPr>
          <a:xfrm>
            <a:off x="701000" y="3921000"/>
            <a:ext cx="5903100" cy="1108200"/>
          </a:xfrm>
          <a:prstGeom prst="rect">
            <a:avLst/>
          </a:prstGeom>
          <a:solidFill>
            <a:schemeClr val="dk1"/>
          </a:solidFill>
          <a:ln>
            <a:noFill/>
          </a:ln>
        </p:spPr>
        <p:txBody>
          <a:bodyPr anchorCtr="0" anchor="t" bIns="87650" lIns="87650" spcFirstLastPara="1" rIns="87650" wrap="square" tIns="87650">
            <a:noAutofit/>
          </a:bodyPr>
          <a:lstStyle/>
          <a:p>
            <a:pPr indent="0" lvl="0" marL="0" rtl="0" algn="l">
              <a:spcBef>
                <a:spcPts val="0"/>
              </a:spcBef>
              <a:spcAft>
                <a:spcPts val="0"/>
              </a:spcAft>
              <a:buNone/>
            </a:pPr>
            <a:r>
              <a:rPr lang="en" sz="4400">
                <a:solidFill>
                  <a:srgbClr val="EBE9DA"/>
                </a:solidFill>
                <a:latin typeface="Montserrat ExtraBold"/>
                <a:ea typeface="Montserrat ExtraBold"/>
                <a:cs typeface="Montserrat ExtraBold"/>
                <a:sym typeface="Montserrat ExtraBold"/>
              </a:rPr>
              <a:t>Budget</a:t>
            </a:r>
            <a:endParaRPr sz="4800">
              <a:solidFill>
                <a:srgbClr val="EBE9DA"/>
              </a:solidFill>
              <a:latin typeface="Montserrat ExtraBold"/>
              <a:ea typeface="Montserrat ExtraBold"/>
              <a:cs typeface="Montserrat ExtraBold"/>
              <a:sym typeface="Montserrat ExtraBo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0000"/>
        </a:solidFill>
      </p:bgPr>
    </p:bg>
    <p:spTree>
      <p:nvGrpSpPr>
        <p:cNvPr id="174" name="Shape 174"/>
        <p:cNvGrpSpPr/>
        <p:nvPr/>
      </p:nvGrpSpPr>
      <p:grpSpPr>
        <a:xfrm>
          <a:off x="0" y="0"/>
          <a:ext cx="0" cy="0"/>
          <a:chOff x="0" y="0"/>
          <a:chExt cx="0" cy="0"/>
        </a:xfrm>
      </p:grpSpPr>
      <p:sp>
        <p:nvSpPr>
          <p:cNvPr id="175" name="Google Shape;175;p35"/>
          <p:cNvSpPr/>
          <p:nvPr/>
        </p:nvSpPr>
        <p:spPr>
          <a:xfrm>
            <a:off x="0" y="9524123"/>
            <a:ext cx="7315200" cy="534600"/>
          </a:xfrm>
          <a:prstGeom prst="rect">
            <a:avLst/>
          </a:prstGeom>
          <a:solidFill>
            <a:srgbClr val="980000"/>
          </a:solidFill>
          <a:ln>
            <a:noFill/>
          </a:ln>
        </p:spPr>
        <p:txBody>
          <a:bodyPr anchorCtr="0" anchor="ctr" bIns="87650" lIns="87650" spcFirstLastPara="1" rIns="87650" wrap="square" tIns="87650">
            <a:noAutofit/>
          </a:bodyPr>
          <a:lstStyle/>
          <a:p>
            <a:pPr indent="0" lvl="0" marL="0" rtl="0" algn="l">
              <a:spcBef>
                <a:spcPts val="0"/>
              </a:spcBef>
              <a:spcAft>
                <a:spcPts val="0"/>
              </a:spcAft>
              <a:buNone/>
            </a:pPr>
            <a:r>
              <a:t/>
            </a:r>
            <a:endParaRPr/>
          </a:p>
        </p:txBody>
      </p:sp>
      <p:sp>
        <p:nvSpPr>
          <p:cNvPr id="176" name="Google Shape;176;p35"/>
          <p:cNvSpPr txBox="1"/>
          <p:nvPr/>
        </p:nvSpPr>
        <p:spPr>
          <a:xfrm>
            <a:off x="6705939" y="0"/>
            <a:ext cx="390900" cy="1082100"/>
          </a:xfrm>
          <a:prstGeom prst="rect">
            <a:avLst/>
          </a:prstGeom>
          <a:solidFill>
            <a:srgbClr val="980000"/>
          </a:solidFill>
          <a:ln>
            <a:noFill/>
          </a:ln>
        </p:spPr>
        <p:txBody>
          <a:bodyPr anchorCtr="0" anchor="t" bIns="87650" lIns="87650" spcFirstLastPara="1" rIns="87650" wrap="square" tIns="87650">
            <a:noAutofit/>
          </a:bodyPr>
          <a:lstStyle/>
          <a:p>
            <a:pPr indent="0" lvl="0" marL="0" rtl="0" algn="l">
              <a:spcBef>
                <a:spcPts val="0"/>
              </a:spcBef>
              <a:spcAft>
                <a:spcPts val="0"/>
              </a:spcAft>
              <a:buNone/>
            </a:pPr>
            <a:r>
              <a:t/>
            </a:r>
            <a:endParaRPr sz="1300"/>
          </a:p>
        </p:txBody>
      </p:sp>
      <p:sp>
        <p:nvSpPr>
          <p:cNvPr id="177" name="Google Shape;177;p35"/>
          <p:cNvSpPr txBox="1"/>
          <p:nvPr/>
        </p:nvSpPr>
        <p:spPr>
          <a:xfrm>
            <a:off x="275275" y="1547823"/>
            <a:ext cx="6764700" cy="6715500"/>
          </a:xfrm>
          <a:prstGeom prst="rect">
            <a:avLst/>
          </a:prstGeom>
          <a:solidFill>
            <a:schemeClr val="lt1"/>
          </a:solidFill>
          <a:ln>
            <a:noFill/>
          </a:ln>
        </p:spPr>
        <p:txBody>
          <a:bodyPr anchorCtr="0" anchor="t" bIns="87650" lIns="87650" spcFirstLastPara="1" rIns="87650" wrap="square" tIns="87650">
            <a:spAutoFit/>
          </a:bodyPr>
          <a:lstStyle/>
          <a:p>
            <a:pPr indent="0" lvl="0" marL="0" rtl="0" algn="l">
              <a:lnSpc>
                <a:spcPct val="115000"/>
              </a:lnSpc>
              <a:spcBef>
                <a:spcPts val="1800"/>
              </a:spcBef>
              <a:spcAft>
                <a:spcPts val="0"/>
              </a:spcAft>
              <a:buNone/>
            </a:pPr>
            <a:r>
              <a:rPr b="1" lang="en" sz="4300">
                <a:solidFill>
                  <a:schemeClr val="dk1"/>
                </a:solidFill>
              </a:rPr>
              <a:t>Budget</a:t>
            </a:r>
            <a:endParaRPr b="1" sz="2600">
              <a:solidFill>
                <a:schemeClr val="dk1"/>
              </a:solidFill>
            </a:endParaRPr>
          </a:p>
          <a:p>
            <a:pPr indent="0" lvl="0" marL="0" rtl="0" algn="l">
              <a:spcBef>
                <a:spcPts val="400"/>
              </a:spcBef>
              <a:spcAft>
                <a:spcPts val="0"/>
              </a:spcAft>
              <a:buNone/>
            </a:pPr>
            <a:r>
              <a:t/>
            </a:r>
            <a:endParaRPr b="1" sz="9300">
              <a:solidFill>
                <a:schemeClr val="accent1"/>
              </a:solidFill>
              <a:latin typeface="Montserrat"/>
              <a:ea typeface="Montserrat"/>
              <a:cs typeface="Montserrat"/>
              <a:sym typeface="Montserrat"/>
            </a:endParaRPr>
          </a:p>
          <a:p>
            <a:pPr indent="0" lvl="0" marL="0" rtl="0" algn="l">
              <a:spcBef>
                <a:spcPts val="0"/>
              </a:spcBef>
              <a:spcAft>
                <a:spcPts val="0"/>
              </a:spcAft>
              <a:buNone/>
            </a:pPr>
            <a:r>
              <a:t/>
            </a:r>
            <a:endParaRPr b="1" sz="9300">
              <a:solidFill>
                <a:srgbClr val="5E374B"/>
              </a:solidFill>
              <a:latin typeface="Montserrat"/>
              <a:ea typeface="Montserrat"/>
              <a:cs typeface="Montserrat"/>
              <a:sym typeface="Montserrat"/>
            </a:endParaRPr>
          </a:p>
          <a:p>
            <a:pPr indent="0" lvl="0" marL="0" rtl="0" algn="l">
              <a:spcBef>
                <a:spcPts val="0"/>
              </a:spcBef>
              <a:spcAft>
                <a:spcPts val="0"/>
              </a:spcAft>
              <a:buNone/>
            </a:pPr>
            <a:r>
              <a:t/>
            </a:r>
            <a:endParaRPr b="1" sz="9300">
              <a:solidFill>
                <a:srgbClr val="5E374B"/>
              </a:solidFill>
              <a:latin typeface="Montserrat"/>
              <a:ea typeface="Montserrat"/>
              <a:cs typeface="Montserrat"/>
              <a:sym typeface="Montserrat"/>
            </a:endParaRPr>
          </a:p>
          <a:p>
            <a:pPr indent="0" lvl="0" marL="0" rtl="0" algn="l">
              <a:spcBef>
                <a:spcPts val="0"/>
              </a:spcBef>
              <a:spcAft>
                <a:spcPts val="0"/>
              </a:spcAft>
              <a:buNone/>
            </a:pPr>
            <a:r>
              <a:t/>
            </a:r>
            <a:endParaRPr b="1" sz="9300">
              <a:solidFill>
                <a:srgbClr val="5E374B"/>
              </a:solidFill>
              <a:latin typeface="Montserrat"/>
              <a:ea typeface="Montserrat"/>
              <a:cs typeface="Montserrat"/>
              <a:sym typeface="Montserrat"/>
            </a:endParaRPr>
          </a:p>
        </p:txBody>
      </p:sp>
      <p:pic>
        <p:nvPicPr>
          <p:cNvPr descr="budget | Budget ahead -road sign I am the designer for 401kc… | Flickr" id="178" name="Google Shape;178;p35"/>
          <p:cNvPicPr preferRelativeResize="0"/>
          <p:nvPr/>
        </p:nvPicPr>
        <p:blipFill>
          <a:blip r:embed="rId3">
            <a:alphaModFix/>
          </a:blip>
          <a:stretch>
            <a:fillRect/>
          </a:stretch>
        </p:blipFill>
        <p:spPr>
          <a:xfrm>
            <a:off x="1274250" y="0"/>
            <a:ext cx="4994826" cy="1436750"/>
          </a:xfrm>
          <a:prstGeom prst="rect">
            <a:avLst/>
          </a:prstGeom>
          <a:noFill/>
          <a:ln>
            <a:noFill/>
          </a:ln>
        </p:spPr>
      </p:pic>
      <p:graphicFrame>
        <p:nvGraphicFramePr>
          <p:cNvPr id="179" name="Google Shape;179;p35"/>
          <p:cNvGraphicFramePr/>
          <p:nvPr/>
        </p:nvGraphicFramePr>
        <p:xfrm>
          <a:off x="587363" y="2943400"/>
          <a:ext cx="3000000" cy="3000000"/>
        </p:xfrm>
        <a:graphic>
          <a:graphicData uri="http://schemas.openxmlformats.org/drawingml/2006/table">
            <a:tbl>
              <a:tblPr>
                <a:noFill/>
                <a:tableStyleId>{A2C3AC6F-FC81-431A-955C-C3AAC4F34375}</a:tableStyleId>
              </a:tblPr>
              <a:tblGrid>
                <a:gridCol w="3721675"/>
                <a:gridCol w="2182575"/>
              </a:tblGrid>
              <a:tr h="413150">
                <a:tc>
                  <a:txBody>
                    <a:bodyPr/>
                    <a:lstStyle/>
                    <a:p>
                      <a:pPr indent="0" lvl="0" marL="0" rtl="0" algn="l">
                        <a:lnSpc>
                          <a:spcPct val="115000"/>
                        </a:lnSpc>
                        <a:spcBef>
                          <a:spcPts val="0"/>
                        </a:spcBef>
                        <a:spcAft>
                          <a:spcPts val="0"/>
                        </a:spcAft>
                        <a:buNone/>
                      </a:pPr>
                      <a:r>
                        <a:rPr b="1" lang="en" sz="2300">
                          <a:solidFill>
                            <a:srgbClr val="002B56"/>
                          </a:solidFill>
                          <a:highlight>
                            <a:schemeClr val="lt1"/>
                          </a:highlight>
                          <a:latin typeface="Poppins"/>
                          <a:ea typeface="Poppins"/>
                          <a:cs typeface="Poppins"/>
                          <a:sym typeface="Poppins"/>
                        </a:rPr>
                        <a:t>ITEMS</a:t>
                      </a:r>
                      <a:endParaRPr b="1" sz="2300">
                        <a:solidFill>
                          <a:srgbClr val="002B56"/>
                        </a:solidFill>
                        <a:highlight>
                          <a:schemeClr val="lt1"/>
                        </a:highlight>
                        <a:latin typeface="Poppins"/>
                        <a:ea typeface="Poppins"/>
                        <a:cs typeface="Poppins"/>
                        <a:sym typeface="Poppi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980000"/>
                    </a:solidFill>
                  </a:tcPr>
                </a:tc>
                <a:tc>
                  <a:txBody>
                    <a:bodyPr/>
                    <a:lstStyle/>
                    <a:p>
                      <a:pPr indent="0" lvl="0" marL="0" rtl="0" algn="l">
                        <a:lnSpc>
                          <a:spcPct val="115000"/>
                        </a:lnSpc>
                        <a:spcBef>
                          <a:spcPts val="0"/>
                        </a:spcBef>
                        <a:spcAft>
                          <a:spcPts val="0"/>
                        </a:spcAft>
                        <a:buNone/>
                      </a:pPr>
                      <a:r>
                        <a:rPr b="1" lang="en" sz="2200">
                          <a:highlight>
                            <a:schemeClr val="lt1"/>
                          </a:highlight>
                        </a:rPr>
                        <a:t>AMOUNT</a:t>
                      </a:r>
                      <a:endParaRPr b="1" sz="2200">
                        <a:highlight>
                          <a:schemeClr val="lt1"/>
                        </a:highlight>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980000"/>
                    </a:solidFill>
                  </a:tcPr>
                </a:tc>
              </a:tr>
              <a:tr h="413150">
                <a:tc>
                  <a:txBody>
                    <a:bodyPr/>
                    <a:lstStyle/>
                    <a:p>
                      <a:pPr indent="0" lvl="0" marL="0" rtl="0" algn="l">
                        <a:lnSpc>
                          <a:spcPct val="115000"/>
                        </a:lnSpc>
                        <a:spcBef>
                          <a:spcPts val="0"/>
                        </a:spcBef>
                        <a:spcAft>
                          <a:spcPts val="0"/>
                        </a:spcAft>
                        <a:buNone/>
                      </a:pPr>
                      <a:r>
                        <a:rPr b="1" lang="en" sz="2300">
                          <a:solidFill>
                            <a:srgbClr val="002B56"/>
                          </a:solidFill>
                          <a:highlight>
                            <a:schemeClr val="lt1"/>
                          </a:highlight>
                          <a:latin typeface="Poppins"/>
                          <a:ea typeface="Poppins"/>
                          <a:cs typeface="Poppins"/>
                          <a:sym typeface="Poppins"/>
                        </a:rPr>
                        <a:t>Visa application process</a:t>
                      </a:r>
                      <a:endParaRPr b="1" sz="2300">
                        <a:solidFill>
                          <a:srgbClr val="002B56"/>
                        </a:solidFill>
                        <a:highlight>
                          <a:schemeClr val="lt1"/>
                        </a:highlight>
                        <a:latin typeface="Poppins"/>
                        <a:ea typeface="Poppins"/>
                        <a:cs typeface="Poppins"/>
                        <a:sym typeface="Poppi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2200">
                          <a:highlight>
                            <a:schemeClr val="lt1"/>
                          </a:highlight>
                        </a:rPr>
                        <a:t>$59.00</a:t>
                      </a:r>
                      <a:endParaRPr b="1" sz="2200">
                        <a:highlight>
                          <a:schemeClr val="lt1"/>
                        </a:highlight>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413150">
                <a:tc>
                  <a:txBody>
                    <a:bodyPr/>
                    <a:lstStyle/>
                    <a:p>
                      <a:pPr indent="0" lvl="0" marL="0" rtl="0" algn="l">
                        <a:lnSpc>
                          <a:spcPct val="115000"/>
                        </a:lnSpc>
                        <a:spcBef>
                          <a:spcPts val="0"/>
                        </a:spcBef>
                        <a:spcAft>
                          <a:spcPts val="0"/>
                        </a:spcAft>
                        <a:buNone/>
                      </a:pPr>
                      <a:r>
                        <a:rPr b="1" lang="en" sz="2300">
                          <a:solidFill>
                            <a:srgbClr val="002B56"/>
                          </a:solidFill>
                          <a:highlight>
                            <a:schemeClr val="lt1"/>
                          </a:highlight>
                          <a:latin typeface="Poppins"/>
                          <a:ea typeface="Poppins"/>
                          <a:cs typeface="Poppins"/>
                          <a:sym typeface="Poppins"/>
                        </a:rPr>
                        <a:t>Flights</a:t>
                      </a:r>
                      <a:endParaRPr b="1" sz="2300">
                        <a:solidFill>
                          <a:srgbClr val="002B56"/>
                        </a:solidFill>
                        <a:highlight>
                          <a:schemeClr val="lt1"/>
                        </a:highlight>
                        <a:latin typeface="Poppins"/>
                        <a:ea typeface="Poppins"/>
                        <a:cs typeface="Poppins"/>
                        <a:sym typeface="Poppi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2200">
                          <a:highlight>
                            <a:schemeClr val="lt1"/>
                          </a:highlight>
                        </a:rPr>
                        <a:t>$1,071.00</a:t>
                      </a:r>
                      <a:endParaRPr b="1" sz="2200">
                        <a:highlight>
                          <a:schemeClr val="lt1"/>
                        </a:highlight>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413150">
                <a:tc>
                  <a:txBody>
                    <a:bodyPr/>
                    <a:lstStyle/>
                    <a:p>
                      <a:pPr indent="0" lvl="0" marL="0" rtl="0" algn="l">
                        <a:lnSpc>
                          <a:spcPct val="115000"/>
                        </a:lnSpc>
                        <a:spcBef>
                          <a:spcPts val="0"/>
                        </a:spcBef>
                        <a:spcAft>
                          <a:spcPts val="0"/>
                        </a:spcAft>
                        <a:buNone/>
                      </a:pPr>
                      <a:r>
                        <a:rPr b="1" lang="en" sz="2300">
                          <a:solidFill>
                            <a:srgbClr val="002B56"/>
                          </a:solidFill>
                          <a:highlight>
                            <a:schemeClr val="lt1"/>
                          </a:highlight>
                          <a:latin typeface="Poppins"/>
                          <a:ea typeface="Poppins"/>
                          <a:cs typeface="Poppins"/>
                          <a:sym typeface="Poppins"/>
                        </a:rPr>
                        <a:t>Accommodation</a:t>
                      </a:r>
                      <a:endParaRPr b="1" sz="2300">
                        <a:solidFill>
                          <a:srgbClr val="002B56"/>
                        </a:solidFill>
                        <a:highlight>
                          <a:schemeClr val="lt1"/>
                        </a:highlight>
                        <a:latin typeface="Poppins"/>
                        <a:ea typeface="Poppins"/>
                        <a:cs typeface="Poppins"/>
                        <a:sym typeface="Poppi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2200">
                          <a:highlight>
                            <a:schemeClr val="lt1"/>
                          </a:highlight>
                        </a:rPr>
                        <a:t>$537.00</a:t>
                      </a:r>
                      <a:endParaRPr b="1" sz="2200">
                        <a:highlight>
                          <a:schemeClr val="lt1"/>
                        </a:highlight>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413150">
                <a:tc>
                  <a:txBody>
                    <a:bodyPr/>
                    <a:lstStyle/>
                    <a:p>
                      <a:pPr indent="0" lvl="0" marL="0" rtl="0" algn="l">
                        <a:lnSpc>
                          <a:spcPct val="115000"/>
                        </a:lnSpc>
                        <a:spcBef>
                          <a:spcPts val="0"/>
                        </a:spcBef>
                        <a:spcAft>
                          <a:spcPts val="0"/>
                        </a:spcAft>
                        <a:buNone/>
                      </a:pPr>
                      <a:r>
                        <a:rPr b="1" lang="en" sz="2300">
                          <a:solidFill>
                            <a:srgbClr val="002B56"/>
                          </a:solidFill>
                          <a:highlight>
                            <a:schemeClr val="lt1"/>
                          </a:highlight>
                          <a:latin typeface="Poppins"/>
                          <a:ea typeface="Poppins"/>
                          <a:cs typeface="Poppins"/>
                          <a:sym typeface="Poppins"/>
                        </a:rPr>
                        <a:t>Activities</a:t>
                      </a:r>
                      <a:endParaRPr b="1" sz="2300">
                        <a:solidFill>
                          <a:srgbClr val="002B56"/>
                        </a:solidFill>
                        <a:highlight>
                          <a:schemeClr val="lt1"/>
                        </a:highlight>
                        <a:latin typeface="Poppins"/>
                        <a:ea typeface="Poppins"/>
                        <a:cs typeface="Poppins"/>
                        <a:sym typeface="Poppi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2200">
                          <a:highlight>
                            <a:schemeClr val="lt1"/>
                          </a:highlight>
                        </a:rPr>
                        <a:t>$258.00</a:t>
                      </a:r>
                      <a:endParaRPr b="1" sz="2200">
                        <a:highlight>
                          <a:schemeClr val="lt1"/>
                        </a:highlight>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413150">
                <a:tc>
                  <a:txBody>
                    <a:bodyPr/>
                    <a:lstStyle/>
                    <a:p>
                      <a:pPr indent="0" lvl="0" marL="0" rtl="0" algn="l">
                        <a:lnSpc>
                          <a:spcPct val="115000"/>
                        </a:lnSpc>
                        <a:spcBef>
                          <a:spcPts val="0"/>
                        </a:spcBef>
                        <a:spcAft>
                          <a:spcPts val="0"/>
                        </a:spcAft>
                        <a:buNone/>
                      </a:pPr>
                      <a:r>
                        <a:rPr b="1" lang="en" sz="2300">
                          <a:solidFill>
                            <a:srgbClr val="002B56"/>
                          </a:solidFill>
                          <a:highlight>
                            <a:schemeClr val="lt1"/>
                          </a:highlight>
                          <a:latin typeface="Poppins"/>
                          <a:ea typeface="Poppins"/>
                          <a:cs typeface="Poppins"/>
                          <a:sym typeface="Poppins"/>
                        </a:rPr>
                        <a:t>Meals</a:t>
                      </a:r>
                      <a:endParaRPr b="1" sz="2300">
                        <a:solidFill>
                          <a:srgbClr val="002B56"/>
                        </a:solidFill>
                        <a:highlight>
                          <a:schemeClr val="lt1"/>
                        </a:highlight>
                        <a:latin typeface="Poppins"/>
                        <a:ea typeface="Poppins"/>
                        <a:cs typeface="Poppins"/>
                        <a:sym typeface="Poppi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2200">
                          <a:highlight>
                            <a:schemeClr val="lt1"/>
                          </a:highlight>
                        </a:rPr>
                        <a:t>$300.00</a:t>
                      </a:r>
                      <a:endParaRPr b="1" sz="2200">
                        <a:highlight>
                          <a:schemeClr val="lt1"/>
                        </a:highlight>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413150">
                <a:tc>
                  <a:txBody>
                    <a:bodyPr/>
                    <a:lstStyle/>
                    <a:p>
                      <a:pPr indent="0" lvl="0" marL="0" rtl="0" algn="l">
                        <a:lnSpc>
                          <a:spcPct val="115000"/>
                        </a:lnSpc>
                        <a:spcBef>
                          <a:spcPts val="0"/>
                        </a:spcBef>
                        <a:spcAft>
                          <a:spcPts val="0"/>
                        </a:spcAft>
                        <a:buNone/>
                      </a:pPr>
                      <a:r>
                        <a:rPr b="1" lang="en" sz="2300">
                          <a:solidFill>
                            <a:srgbClr val="002B56"/>
                          </a:solidFill>
                          <a:highlight>
                            <a:schemeClr val="lt1"/>
                          </a:highlight>
                          <a:latin typeface="Poppins"/>
                          <a:ea typeface="Poppins"/>
                          <a:cs typeface="Poppins"/>
                          <a:sym typeface="Poppins"/>
                        </a:rPr>
                        <a:t>Car rental</a:t>
                      </a:r>
                      <a:endParaRPr b="1" sz="2300">
                        <a:solidFill>
                          <a:srgbClr val="002B56"/>
                        </a:solidFill>
                        <a:highlight>
                          <a:schemeClr val="lt1"/>
                        </a:highlight>
                        <a:latin typeface="Poppins"/>
                        <a:ea typeface="Poppins"/>
                        <a:cs typeface="Poppins"/>
                        <a:sym typeface="Poppi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2200">
                          <a:highlight>
                            <a:schemeClr val="lt1"/>
                          </a:highlight>
                        </a:rPr>
                        <a:t>$107.00</a:t>
                      </a:r>
                      <a:endParaRPr b="1" sz="2200">
                        <a:highlight>
                          <a:schemeClr val="lt1"/>
                        </a:highlight>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r h="413150">
                <a:tc>
                  <a:txBody>
                    <a:bodyPr/>
                    <a:lstStyle/>
                    <a:p>
                      <a:pPr indent="0" lvl="0" marL="0" rtl="0" algn="l">
                        <a:lnSpc>
                          <a:spcPct val="115000"/>
                        </a:lnSpc>
                        <a:spcBef>
                          <a:spcPts val="0"/>
                        </a:spcBef>
                        <a:spcAft>
                          <a:spcPts val="0"/>
                        </a:spcAft>
                        <a:buNone/>
                      </a:pPr>
                      <a:r>
                        <a:rPr b="1" lang="en" sz="2300">
                          <a:solidFill>
                            <a:srgbClr val="002B56"/>
                          </a:solidFill>
                          <a:highlight>
                            <a:schemeClr val="lt1"/>
                          </a:highlight>
                          <a:latin typeface="Poppins"/>
                          <a:ea typeface="Poppins"/>
                          <a:cs typeface="Poppins"/>
                          <a:sym typeface="Poppins"/>
                        </a:rPr>
                        <a:t>Total cost</a:t>
                      </a:r>
                      <a:endParaRPr b="1" sz="2300">
                        <a:solidFill>
                          <a:srgbClr val="002B56"/>
                        </a:solidFill>
                        <a:highlight>
                          <a:schemeClr val="lt1"/>
                        </a:highlight>
                        <a:latin typeface="Poppins"/>
                        <a:ea typeface="Poppins"/>
                        <a:cs typeface="Poppins"/>
                        <a:sym typeface="Poppins"/>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2200">
                          <a:highlight>
                            <a:schemeClr val="lt1"/>
                          </a:highlight>
                        </a:rPr>
                        <a:t>$2,332.00</a:t>
                      </a:r>
                      <a:endParaRPr b="1" sz="2200">
                        <a:highlight>
                          <a:schemeClr val="lt1"/>
                        </a:highlight>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6"/>
          <p:cNvSpPr/>
          <p:nvPr/>
        </p:nvSpPr>
        <p:spPr>
          <a:xfrm>
            <a:off x="176590" y="221968"/>
            <a:ext cx="6951900" cy="9628200"/>
          </a:xfrm>
          <a:prstGeom prst="rect">
            <a:avLst/>
          </a:prstGeom>
          <a:solidFill>
            <a:srgbClr val="980000"/>
          </a:solidFill>
          <a:ln>
            <a:noFill/>
          </a:ln>
        </p:spPr>
        <p:txBody>
          <a:bodyPr anchorCtr="0" anchor="ctr" bIns="87650" lIns="87650" spcFirstLastPara="1" rIns="87650" wrap="square" tIns="87650">
            <a:noAutofit/>
          </a:bodyPr>
          <a:lstStyle/>
          <a:p>
            <a:pPr indent="0" lvl="0" marL="0" rtl="0" algn="l">
              <a:spcBef>
                <a:spcPts val="0"/>
              </a:spcBef>
              <a:spcAft>
                <a:spcPts val="0"/>
              </a:spcAft>
              <a:buNone/>
            </a:pPr>
            <a:r>
              <a:t/>
            </a:r>
            <a:endParaRPr/>
          </a:p>
        </p:txBody>
      </p:sp>
      <p:cxnSp>
        <p:nvCxnSpPr>
          <p:cNvPr id="185" name="Google Shape;185;p36"/>
          <p:cNvCxnSpPr/>
          <p:nvPr/>
        </p:nvCxnSpPr>
        <p:spPr>
          <a:xfrm>
            <a:off x="485653" y="883658"/>
            <a:ext cx="0" cy="8291100"/>
          </a:xfrm>
          <a:prstGeom prst="straightConnector1">
            <a:avLst/>
          </a:prstGeom>
          <a:noFill/>
          <a:ln cap="flat" cmpd="sng" w="19050">
            <a:solidFill>
              <a:schemeClr val="dk1"/>
            </a:solidFill>
            <a:prstDash val="solid"/>
            <a:round/>
            <a:headEnd len="med" w="med" type="none"/>
            <a:tailEnd len="med" w="med" type="none"/>
          </a:ln>
        </p:spPr>
      </p:cxnSp>
      <p:sp>
        <p:nvSpPr>
          <p:cNvPr id="186" name="Google Shape;186;p36"/>
          <p:cNvSpPr txBox="1"/>
          <p:nvPr/>
        </p:nvSpPr>
        <p:spPr>
          <a:xfrm>
            <a:off x="817425" y="3354350"/>
            <a:ext cx="5314200" cy="961800"/>
          </a:xfrm>
          <a:prstGeom prst="rect">
            <a:avLst/>
          </a:prstGeom>
          <a:solidFill>
            <a:schemeClr val="dk1"/>
          </a:solidFill>
          <a:ln>
            <a:noFill/>
          </a:ln>
        </p:spPr>
        <p:txBody>
          <a:bodyPr anchorCtr="0" anchor="t" bIns="87650" lIns="87650" spcFirstLastPara="1" rIns="87650" wrap="square" tIns="87650">
            <a:noAutofit/>
          </a:bodyPr>
          <a:lstStyle/>
          <a:p>
            <a:pPr indent="0" lvl="0" marL="0" rtl="0" algn="l">
              <a:spcBef>
                <a:spcPts val="0"/>
              </a:spcBef>
              <a:spcAft>
                <a:spcPts val="0"/>
              </a:spcAft>
              <a:buNone/>
            </a:pPr>
            <a:r>
              <a:rPr lang="en" sz="4800">
                <a:solidFill>
                  <a:srgbClr val="EBE9DA"/>
                </a:solidFill>
                <a:latin typeface="Montserrat ExtraBold"/>
                <a:ea typeface="Montserrat ExtraBold"/>
                <a:cs typeface="Montserrat ExtraBold"/>
                <a:sym typeface="Montserrat ExtraBold"/>
              </a:rPr>
              <a:t>Travel I</a:t>
            </a:r>
            <a:r>
              <a:rPr lang="en" sz="4800">
                <a:solidFill>
                  <a:srgbClr val="EBE9DA"/>
                </a:solidFill>
                <a:latin typeface="Montserrat ExtraBold"/>
                <a:ea typeface="Montserrat ExtraBold"/>
                <a:cs typeface="Montserrat ExtraBold"/>
                <a:sym typeface="Montserrat ExtraBold"/>
              </a:rPr>
              <a:t>tinerary</a:t>
            </a:r>
            <a:endParaRPr sz="4800">
              <a:solidFill>
                <a:srgbClr val="EBE9DA"/>
              </a:solidFill>
              <a:latin typeface="Montserrat ExtraBold"/>
              <a:ea typeface="Montserrat ExtraBold"/>
              <a:cs typeface="Montserrat ExtraBold"/>
              <a:sym typeface="Montserrat ExtraBo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0000"/>
        </a:solidFill>
      </p:bgPr>
    </p:bg>
    <p:spTree>
      <p:nvGrpSpPr>
        <p:cNvPr id="190" name="Shape 190"/>
        <p:cNvGrpSpPr/>
        <p:nvPr/>
      </p:nvGrpSpPr>
      <p:grpSpPr>
        <a:xfrm>
          <a:off x="0" y="0"/>
          <a:ext cx="0" cy="0"/>
          <a:chOff x="0" y="0"/>
          <a:chExt cx="0" cy="0"/>
        </a:xfrm>
      </p:grpSpPr>
      <p:graphicFrame>
        <p:nvGraphicFramePr>
          <p:cNvPr id="191" name="Google Shape;191;p37"/>
          <p:cNvGraphicFramePr/>
          <p:nvPr/>
        </p:nvGraphicFramePr>
        <p:xfrm>
          <a:off x="0" y="1370125"/>
          <a:ext cx="3000000" cy="3000000"/>
        </p:xfrm>
        <a:graphic>
          <a:graphicData uri="http://schemas.openxmlformats.org/drawingml/2006/table">
            <a:tbl>
              <a:tblPr>
                <a:noFill/>
                <a:tableStyleId>{A2C3AC6F-FC81-431A-955C-C3AAC4F34375}</a:tableStyleId>
              </a:tblPr>
              <a:tblGrid>
                <a:gridCol w="693475"/>
                <a:gridCol w="666750"/>
                <a:gridCol w="666750"/>
                <a:gridCol w="666750"/>
                <a:gridCol w="666750"/>
                <a:gridCol w="666750"/>
                <a:gridCol w="1104900"/>
                <a:gridCol w="419100"/>
                <a:gridCol w="647700"/>
                <a:gridCol w="1116275"/>
              </a:tblGrid>
              <a:tr h="274925">
                <a:tc gridSpan="10">
                  <a:txBody>
                    <a:bodyPr/>
                    <a:lstStyle/>
                    <a:p>
                      <a:pPr indent="0" lvl="0" marL="0" rtl="0" algn="l">
                        <a:lnSpc>
                          <a:spcPct val="115000"/>
                        </a:lnSpc>
                        <a:spcBef>
                          <a:spcPts val="0"/>
                        </a:spcBef>
                        <a:spcAft>
                          <a:spcPts val="0"/>
                        </a:spcAft>
                        <a:buNone/>
                      </a:pPr>
                      <a:r>
                        <a:rPr b="1" lang="en" sz="1200">
                          <a:solidFill>
                            <a:schemeClr val="dk1"/>
                          </a:solidFill>
                          <a:highlight>
                            <a:schemeClr val="dk1"/>
                          </a:highlight>
                          <a:latin typeface="Montserrat"/>
                          <a:ea typeface="Montserrat"/>
                          <a:cs typeface="Montserrat"/>
                          <a:sym typeface="Montserrat"/>
                        </a:rPr>
                        <a:t>D</a:t>
                      </a:r>
                      <a:r>
                        <a:rPr b="1" lang="en" sz="1200">
                          <a:solidFill>
                            <a:schemeClr val="lt1"/>
                          </a:solidFill>
                          <a:highlight>
                            <a:schemeClr val="dk1"/>
                          </a:highlight>
                          <a:latin typeface="Montserrat"/>
                          <a:ea typeface="Montserrat"/>
                          <a:cs typeface="Montserrat"/>
                          <a:sym typeface="Montserrat"/>
                        </a:rPr>
                        <a:t>EPARTING FLIGHT</a:t>
                      </a:r>
                      <a:endParaRPr b="1" sz="1200">
                        <a:solidFill>
                          <a:schemeClr val="lt1"/>
                        </a:solidFill>
                        <a:highlight>
                          <a:schemeClr val="dk1"/>
                        </a:highlight>
                        <a:latin typeface="Montserrat"/>
                        <a:ea typeface="Montserrat"/>
                        <a:cs typeface="Montserrat"/>
                        <a:sym typeface="Montserrat"/>
                      </a:endParaRPr>
                    </a:p>
                  </a:txBody>
                  <a:tcPr marT="91425" marB="91425" marR="28575" marL="285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hMerge="1"/>
                <a:tc hMerge="1"/>
                <a:tc hMerge="1"/>
                <a:tc hMerge="1"/>
                <a:tc hMerge="1"/>
                <a:tc hMerge="1"/>
                <a:tc hMerge="1"/>
                <a:tc hMerge="1"/>
                <a:tc hMerge="1"/>
              </a:tr>
              <a:tr h="657225">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Date</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Depart - Location</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Depart - Time</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Airline</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Confirm #</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Flight #</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Arrival - Location</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Arrival - Time</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gridSpan="2">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More Info</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hMerge="1"/>
              </a:tr>
              <a:tr h="542925">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1/11/2024</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Johannesburg OR Tambo</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1000">
                          <a:latin typeface="Montserrat"/>
                          <a:ea typeface="Montserrat"/>
                          <a:cs typeface="Montserrat"/>
                          <a:sym typeface="Montserrat"/>
                        </a:rPr>
                        <a:t>19:05</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Turkish</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A350-900</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Istanbul</a:t>
                      </a:r>
                      <a:r>
                        <a:rPr b="1" lang="en" sz="1000">
                          <a:latin typeface="Montserrat"/>
                          <a:ea typeface="Montserrat"/>
                          <a:cs typeface="Montserrat"/>
                          <a:sym typeface="Montserrat"/>
                        </a:rPr>
                        <a:t> Airport</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1000">
                          <a:latin typeface="Montserrat"/>
                          <a:ea typeface="Montserrat"/>
                          <a:cs typeface="Montserrat"/>
                          <a:sym typeface="Montserrat"/>
                        </a:rPr>
                        <a:t>06:20</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gridSpan="2">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Stop at </a:t>
                      </a:r>
                      <a:r>
                        <a:rPr b="1" lang="en" sz="1000">
                          <a:latin typeface="Montserrat"/>
                          <a:ea typeface="Montserrat"/>
                          <a:cs typeface="Montserrat"/>
                          <a:sym typeface="Montserrat"/>
                        </a:rPr>
                        <a:t>Istanbul</a:t>
                      </a:r>
                      <a:r>
                        <a:rPr b="1" lang="en" sz="1000">
                          <a:latin typeface="Montserrat"/>
                          <a:ea typeface="Montserrat"/>
                          <a:cs typeface="Montserrat"/>
                          <a:sym typeface="Montserrat"/>
                        </a:rPr>
                        <a:t> airport at 6:20am</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hMerge="1"/>
              </a:tr>
              <a:tr h="247650">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2/11/2024</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Istanbul</a:t>
                      </a:r>
                      <a:r>
                        <a:rPr b="1" lang="en" sz="1000">
                          <a:latin typeface="Montserrat"/>
                          <a:ea typeface="Montserrat"/>
                          <a:cs typeface="Montserrat"/>
                          <a:sym typeface="Montserrat"/>
                        </a:rPr>
                        <a:t> Airport</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1000">
                          <a:latin typeface="Montserrat"/>
                          <a:ea typeface="Montserrat"/>
                          <a:cs typeface="Montserrat"/>
                          <a:sym typeface="Montserrat"/>
                        </a:rPr>
                        <a:t>09:20</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Turkish</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A321</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Nevsehir Cappadocia</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1000">
                          <a:latin typeface="Montserrat"/>
                          <a:ea typeface="Montserrat"/>
                          <a:cs typeface="Montserrat"/>
                          <a:sym typeface="Montserrat"/>
                        </a:rPr>
                        <a:t>10:35</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gridSpan="2">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Fly to Nevsehir Cappadocia at 9:20am</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hMerge="1"/>
              </a:tr>
              <a:tr h="190500">
                <a:tc>
                  <a:txBody>
                    <a:bodyPr/>
                    <a:lstStyle/>
                    <a:p>
                      <a:pPr indent="0" lvl="0" marL="0" rtl="0" algn="l">
                        <a:spcBef>
                          <a:spcPts val="0"/>
                        </a:spcBef>
                        <a:spcAft>
                          <a:spcPts val="0"/>
                        </a:spcAft>
                        <a:buNone/>
                      </a:pPr>
                      <a:r>
                        <a:t/>
                      </a:r>
                      <a:endParaRPr b="1"/>
                    </a:p>
                  </a:txBody>
                  <a:tcPr marT="91425" marB="91425" marR="28575" marL="28575" anchor="b">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b">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b">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b">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b">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b">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b">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b">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b">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b">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247650">
                <a:tc gridSpan="10">
                  <a:txBody>
                    <a:bodyPr/>
                    <a:lstStyle/>
                    <a:p>
                      <a:pPr indent="0" lvl="0" marL="0" rtl="0" algn="l">
                        <a:lnSpc>
                          <a:spcPct val="115000"/>
                        </a:lnSpc>
                        <a:spcBef>
                          <a:spcPts val="0"/>
                        </a:spcBef>
                        <a:spcAft>
                          <a:spcPts val="0"/>
                        </a:spcAft>
                        <a:buNone/>
                      </a:pPr>
                      <a:r>
                        <a:rPr b="1" lang="en" sz="1300">
                          <a:solidFill>
                            <a:schemeClr val="dk1"/>
                          </a:solidFill>
                          <a:highlight>
                            <a:schemeClr val="lt1"/>
                          </a:highlight>
                          <a:latin typeface="Montserrat"/>
                          <a:ea typeface="Montserrat"/>
                          <a:cs typeface="Montserrat"/>
                          <a:sym typeface="Montserrat"/>
                        </a:rPr>
                        <a:t>RETURNING </a:t>
                      </a:r>
                      <a:r>
                        <a:rPr b="1" lang="en" sz="1300">
                          <a:solidFill>
                            <a:schemeClr val="dk1"/>
                          </a:solidFill>
                          <a:highlight>
                            <a:schemeClr val="lt1"/>
                          </a:highlight>
                          <a:latin typeface="Montserrat"/>
                          <a:ea typeface="Montserrat"/>
                          <a:cs typeface="Montserrat"/>
                          <a:sym typeface="Montserrat"/>
                        </a:rPr>
                        <a:t>FLIGHT</a:t>
                      </a:r>
                      <a:endParaRPr b="1" sz="1300">
                        <a:solidFill>
                          <a:srgbClr val="FFFFFF"/>
                        </a:solidFill>
                        <a:latin typeface="Montserrat"/>
                        <a:ea typeface="Montserrat"/>
                        <a:cs typeface="Montserrat"/>
                        <a:sym typeface="Montserrat"/>
                      </a:endParaRPr>
                    </a:p>
                  </a:txBody>
                  <a:tcPr marT="91425" marB="91425" marR="28575" marL="285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c hMerge="1"/>
                <a:tc hMerge="1"/>
                <a:tc hMerge="1"/>
                <a:tc hMerge="1"/>
                <a:tc hMerge="1"/>
                <a:tc hMerge="1"/>
              </a:tr>
              <a:tr h="361950">
                <a:tc>
                  <a:txBody>
                    <a:bodyPr/>
                    <a:lstStyle/>
                    <a:p>
                      <a:pPr indent="0" lvl="0" marL="0" rtl="0" algn="ctr">
                        <a:lnSpc>
                          <a:spcPct val="115000"/>
                        </a:lnSpc>
                        <a:spcBef>
                          <a:spcPts val="0"/>
                        </a:spcBef>
                        <a:spcAft>
                          <a:spcPts val="0"/>
                        </a:spcAft>
                        <a:buNone/>
                      </a:pPr>
                      <a:r>
                        <a:rPr b="1" lang="en" sz="1100">
                          <a:latin typeface="Montserrat"/>
                          <a:ea typeface="Montserrat"/>
                          <a:cs typeface="Montserrat"/>
                          <a:sym typeface="Montserrat"/>
                        </a:rPr>
                        <a:t>Date</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100">
                          <a:latin typeface="Montserrat"/>
                          <a:ea typeface="Montserrat"/>
                          <a:cs typeface="Montserrat"/>
                          <a:sym typeface="Montserrat"/>
                        </a:rPr>
                        <a:t>Depart - Location</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100">
                          <a:latin typeface="Montserrat"/>
                          <a:ea typeface="Montserrat"/>
                          <a:cs typeface="Montserrat"/>
                          <a:sym typeface="Montserrat"/>
                        </a:rPr>
                        <a:t>Depart - Time</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100">
                          <a:latin typeface="Montserrat"/>
                          <a:ea typeface="Montserrat"/>
                          <a:cs typeface="Montserrat"/>
                          <a:sym typeface="Montserrat"/>
                        </a:rPr>
                        <a:t>Airline</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100">
                          <a:latin typeface="Montserrat"/>
                          <a:ea typeface="Montserrat"/>
                          <a:cs typeface="Montserrat"/>
                          <a:sym typeface="Montserrat"/>
                        </a:rPr>
                        <a:t>Confirm #</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100">
                          <a:latin typeface="Montserrat"/>
                          <a:ea typeface="Montserrat"/>
                          <a:cs typeface="Montserrat"/>
                          <a:sym typeface="Montserrat"/>
                        </a:rPr>
                        <a:t>Flight #</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100">
                          <a:latin typeface="Montserrat"/>
                          <a:ea typeface="Montserrat"/>
                          <a:cs typeface="Montserrat"/>
                          <a:sym typeface="Montserrat"/>
                        </a:rPr>
                        <a:t>Arrival - Location</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100">
                          <a:latin typeface="Montserrat"/>
                          <a:ea typeface="Montserrat"/>
                          <a:cs typeface="Montserrat"/>
                          <a:sym typeface="Montserrat"/>
                        </a:rPr>
                        <a:t>Arrival - Time</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gridSpan="2">
                  <a:txBody>
                    <a:bodyPr/>
                    <a:lstStyle/>
                    <a:p>
                      <a:pPr indent="0" lvl="0" marL="0" rtl="0" algn="ctr">
                        <a:lnSpc>
                          <a:spcPct val="115000"/>
                        </a:lnSpc>
                        <a:spcBef>
                          <a:spcPts val="0"/>
                        </a:spcBef>
                        <a:spcAft>
                          <a:spcPts val="0"/>
                        </a:spcAft>
                        <a:buNone/>
                      </a:pPr>
                      <a:r>
                        <a:rPr b="1" lang="en" sz="1100">
                          <a:latin typeface="Montserrat"/>
                          <a:ea typeface="Montserrat"/>
                          <a:cs typeface="Montserrat"/>
                          <a:sym typeface="Montserrat"/>
                        </a:rPr>
                        <a:t>More Info</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hMerge="1"/>
              </a:tr>
              <a:tr h="523875">
                <a:tc>
                  <a:txBody>
                    <a:bodyPr/>
                    <a:lstStyle/>
                    <a:p>
                      <a:pPr indent="0" lvl="0" marL="0" rtl="0" algn="ctr">
                        <a:lnSpc>
                          <a:spcPct val="115000"/>
                        </a:lnSpc>
                        <a:spcBef>
                          <a:spcPts val="0"/>
                        </a:spcBef>
                        <a:spcAft>
                          <a:spcPts val="0"/>
                        </a:spcAft>
                        <a:buNone/>
                      </a:pPr>
                      <a:r>
                        <a:rPr b="1" lang="en" sz="1100">
                          <a:latin typeface="Montserrat"/>
                          <a:ea typeface="Montserrat"/>
                          <a:cs typeface="Montserrat"/>
                          <a:sym typeface="Montserrat"/>
                        </a:rPr>
                        <a:t>04 Nov 2024</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100">
                          <a:latin typeface="Montserrat"/>
                          <a:ea typeface="Montserrat"/>
                          <a:cs typeface="Montserrat"/>
                          <a:sym typeface="Montserrat"/>
                        </a:rPr>
                        <a:t>Nevsehir Cappadocia</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1100">
                          <a:latin typeface="Montserrat"/>
                          <a:ea typeface="Montserrat"/>
                          <a:cs typeface="Montserrat"/>
                          <a:sym typeface="Montserrat"/>
                        </a:rPr>
                        <a:t>21:40</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100">
                          <a:latin typeface="Montserrat"/>
                          <a:ea typeface="Montserrat"/>
                          <a:cs typeface="Montserrat"/>
                          <a:sym typeface="Montserrat"/>
                        </a:rPr>
                        <a:t>Turkish</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sz="1500"/>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100">
                          <a:latin typeface="Montserrat"/>
                          <a:ea typeface="Montserrat"/>
                          <a:cs typeface="Montserrat"/>
                          <a:sym typeface="Montserrat"/>
                        </a:rPr>
                        <a:t>737-900</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100">
                          <a:latin typeface="Montserrat"/>
                          <a:ea typeface="Montserrat"/>
                          <a:cs typeface="Montserrat"/>
                          <a:sym typeface="Montserrat"/>
                        </a:rPr>
                        <a:t>Istanbul</a:t>
                      </a:r>
                      <a:r>
                        <a:rPr b="1" lang="en" sz="1100">
                          <a:latin typeface="Montserrat"/>
                          <a:ea typeface="Montserrat"/>
                          <a:cs typeface="Montserrat"/>
                          <a:sym typeface="Montserrat"/>
                        </a:rPr>
                        <a:t> Airport</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1100">
                          <a:latin typeface="Montserrat"/>
                          <a:ea typeface="Montserrat"/>
                          <a:cs typeface="Montserrat"/>
                          <a:sym typeface="Montserrat"/>
                        </a:rPr>
                        <a:t>11:10</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gridSpan="2">
                  <a:txBody>
                    <a:bodyPr/>
                    <a:lstStyle/>
                    <a:p>
                      <a:pPr indent="0" lvl="0" marL="0" rtl="0" algn="l">
                        <a:lnSpc>
                          <a:spcPct val="115000"/>
                        </a:lnSpc>
                        <a:spcBef>
                          <a:spcPts val="0"/>
                        </a:spcBef>
                        <a:spcAft>
                          <a:spcPts val="0"/>
                        </a:spcAft>
                        <a:buNone/>
                      </a:pPr>
                      <a:r>
                        <a:rPr b="1" lang="en" sz="1100">
                          <a:latin typeface="Montserrat"/>
                          <a:ea typeface="Montserrat"/>
                          <a:cs typeface="Montserrat"/>
                          <a:sym typeface="Montserrat"/>
                        </a:rPr>
                        <a:t>Stop at </a:t>
                      </a:r>
                      <a:r>
                        <a:rPr b="1" lang="en" sz="1100">
                          <a:latin typeface="Montserrat"/>
                          <a:ea typeface="Montserrat"/>
                          <a:cs typeface="Montserrat"/>
                          <a:sym typeface="Montserrat"/>
                        </a:rPr>
                        <a:t>Istanbul</a:t>
                      </a:r>
                      <a:r>
                        <a:rPr b="1" lang="en" sz="1100">
                          <a:latin typeface="Montserrat"/>
                          <a:ea typeface="Montserrat"/>
                          <a:cs typeface="Montserrat"/>
                          <a:sym typeface="Montserrat"/>
                        </a:rPr>
                        <a:t> airport at 11:10pm</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hMerge="1"/>
              </a:tr>
              <a:tr h="314325">
                <a:tc>
                  <a:txBody>
                    <a:bodyPr/>
                    <a:lstStyle/>
                    <a:p>
                      <a:pPr indent="0" lvl="0" marL="0" rtl="0" algn="ctr">
                        <a:lnSpc>
                          <a:spcPct val="115000"/>
                        </a:lnSpc>
                        <a:spcBef>
                          <a:spcPts val="0"/>
                        </a:spcBef>
                        <a:spcAft>
                          <a:spcPts val="0"/>
                        </a:spcAft>
                        <a:buNone/>
                      </a:pPr>
                      <a:r>
                        <a:rPr b="1" lang="en" sz="1100">
                          <a:latin typeface="Montserrat"/>
                          <a:ea typeface="Montserrat"/>
                          <a:cs typeface="Montserrat"/>
                          <a:sym typeface="Montserrat"/>
                        </a:rPr>
                        <a:t>5/11/2024</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100">
                          <a:latin typeface="Montserrat"/>
                          <a:ea typeface="Montserrat"/>
                          <a:cs typeface="Montserrat"/>
                          <a:sym typeface="Montserrat"/>
                        </a:rPr>
                        <a:t>Istanbul</a:t>
                      </a:r>
                      <a:r>
                        <a:rPr b="1" lang="en" sz="1100">
                          <a:latin typeface="Montserrat"/>
                          <a:ea typeface="Montserrat"/>
                          <a:cs typeface="Montserrat"/>
                          <a:sym typeface="Montserrat"/>
                        </a:rPr>
                        <a:t> Airport</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1100">
                          <a:latin typeface="Montserrat"/>
                          <a:ea typeface="Montserrat"/>
                          <a:cs typeface="Montserrat"/>
                          <a:sym typeface="Montserrat"/>
                        </a:rPr>
                        <a:t>02:00</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100">
                          <a:latin typeface="Montserrat"/>
                          <a:ea typeface="Montserrat"/>
                          <a:cs typeface="Montserrat"/>
                          <a:sym typeface="Montserrat"/>
                        </a:rPr>
                        <a:t>Turkish</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sz="1500"/>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100">
                          <a:latin typeface="Montserrat"/>
                          <a:ea typeface="Montserrat"/>
                          <a:cs typeface="Montserrat"/>
                          <a:sym typeface="Montserrat"/>
                        </a:rPr>
                        <a:t>A350-900</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100">
                          <a:latin typeface="Montserrat"/>
                          <a:ea typeface="Montserrat"/>
                          <a:cs typeface="Montserrat"/>
                          <a:sym typeface="Montserrat"/>
                        </a:rPr>
                        <a:t>Johannesburg O.R Tambo Intl</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1100">
                          <a:latin typeface="Montserrat"/>
                          <a:ea typeface="Montserrat"/>
                          <a:cs typeface="Montserrat"/>
                          <a:sym typeface="Montserrat"/>
                        </a:rPr>
                        <a:t>10:55</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gridSpan="2">
                  <a:txBody>
                    <a:bodyPr/>
                    <a:lstStyle/>
                    <a:p>
                      <a:pPr indent="0" lvl="0" marL="0" rtl="0" algn="l">
                        <a:lnSpc>
                          <a:spcPct val="115000"/>
                        </a:lnSpc>
                        <a:spcBef>
                          <a:spcPts val="0"/>
                        </a:spcBef>
                        <a:spcAft>
                          <a:spcPts val="0"/>
                        </a:spcAft>
                        <a:buNone/>
                      </a:pPr>
                      <a:r>
                        <a:rPr b="1" lang="en" sz="1100">
                          <a:latin typeface="Montserrat"/>
                          <a:ea typeface="Montserrat"/>
                          <a:cs typeface="Montserrat"/>
                          <a:sym typeface="Montserrat"/>
                        </a:rPr>
                        <a:t>Fly to Johannesburg O.R Tambo at 2:00am</a:t>
                      </a:r>
                      <a:endParaRPr b="1" sz="11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hMerge="1"/>
              </a:tr>
            </a:tbl>
          </a:graphicData>
        </a:graphic>
      </p:graphicFrame>
      <p:pic>
        <p:nvPicPr>
          <p:cNvPr descr="File:Turkish Airlines logo (2010-2017).svg - Wikimedia Commons" id="192" name="Google Shape;192;p37"/>
          <p:cNvPicPr preferRelativeResize="0"/>
          <p:nvPr/>
        </p:nvPicPr>
        <p:blipFill>
          <a:blip r:embed="rId3">
            <a:alphaModFix/>
          </a:blip>
          <a:stretch>
            <a:fillRect/>
          </a:stretch>
        </p:blipFill>
        <p:spPr>
          <a:xfrm>
            <a:off x="235925" y="8561925"/>
            <a:ext cx="3124552" cy="1082099"/>
          </a:xfrm>
          <a:prstGeom prst="rect">
            <a:avLst/>
          </a:prstGeom>
          <a:noFill/>
          <a:ln cap="flat" cmpd="sng" w="9525">
            <a:solidFill>
              <a:schemeClr val="lt1"/>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0000"/>
        </a:solidFill>
      </p:bgPr>
    </p:bg>
    <p:spTree>
      <p:nvGrpSpPr>
        <p:cNvPr id="196" name="Shape 196"/>
        <p:cNvGrpSpPr/>
        <p:nvPr/>
      </p:nvGrpSpPr>
      <p:grpSpPr>
        <a:xfrm>
          <a:off x="0" y="0"/>
          <a:ext cx="0" cy="0"/>
          <a:chOff x="0" y="0"/>
          <a:chExt cx="0" cy="0"/>
        </a:xfrm>
      </p:grpSpPr>
      <p:sp>
        <p:nvSpPr>
          <p:cNvPr id="197" name="Google Shape;197;p38"/>
          <p:cNvSpPr/>
          <p:nvPr/>
        </p:nvSpPr>
        <p:spPr>
          <a:xfrm>
            <a:off x="0" y="9524123"/>
            <a:ext cx="7315200" cy="534600"/>
          </a:xfrm>
          <a:prstGeom prst="rect">
            <a:avLst/>
          </a:prstGeom>
          <a:solidFill>
            <a:srgbClr val="EBE9DA"/>
          </a:solidFill>
          <a:ln>
            <a:noFill/>
          </a:ln>
        </p:spPr>
        <p:txBody>
          <a:bodyPr anchorCtr="0" anchor="ctr" bIns="87650" lIns="87650" spcFirstLastPara="1" rIns="87650" wrap="square" tIns="87650">
            <a:noAutofit/>
          </a:bodyPr>
          <a:lstStyle/>
          <a:p>
            <a:pPr indent="0" lvl="0" marL="0" rtl="0" algn="l">
              <a:spcBef>
                <a:spcPts val="0"/>
              </a:spcBef>
              <a:spcAft>
                <a:spcPts val="0"/>
              </a:spcAft>
              <a:buNone/>
            </a:pPr>
            <a:r>
              <a:t/>
            </a:r>
            <a:endParaRPr/>
          </a:p>
        </p:txBody>
      </p:sp>
      <p:sp>
        <p:nvSpPr>
          <p:cNvPr id="198" name="Google Shape;198;p38"/>
          <p:cNvSpPr txBox="1"/>
          <p:nvPr/>
        </p:nvSpPr>
        <p:spPr>
          <a:xfrm>
            <a:off x="6705939" y="0"/>
            <a:ext cx="390900" cy="1082100"/>
          </a:xfrm>
          <a:prstGeom prst="rect">
            <a:avLst/>
          </a:prstGeom>
          <a:solidFill>
            <a:srgbClr val="5E374B">
              <a:alpha val="75980"/>
            </a:srgbClr>
          </a:solidFill>
          <a:ln>
            <a:noFill/>
          </a:ln>
        </p:spPr>
        <p:txBody>
          <a:bodyPr anchorCtr="0" anchor="t" bIns="87650" lIns="87650" spcFirstLastPara="1" rIns="87650" wrap="square" tIns="87650">
            <a:noAutofit/>
          </a:bodyPr>
          <a:lstStyle/>
          <a:p>
            <a:pPr indent="0" lvl="0" marL="0" rtl="0" algn="l">
              <a:spcBef>
                <a:spcPts val="0"/>
              </a:spcBef>
              <a:spcAft>
                <a:spcPts val="0"/>
              </a:spcAft>
              <a:buNone/>
            </a:pPr>
            <a:r>
              <a:t/>
            </a:r>
            <a:endParaRPr sz="1300"/>
          </a:p>
        </p:txBody>
      </p:sp>
      <p:graphicFrame>
        <p:nvGraphicFramePr>
          <p:cNvPr id="199" name="Google Shape;199;p38"/>
          <p:cNvGraphicFramePr/>
          <p:nvPr/>
        </p:nvGraphicFramePr>
        <p:xfrm>
          <a:off x="0" y="617025"/>
          <a:ext cx="3000000" cy="3000000"/>
        </p:xfrm>
        <a:graphic>
          <a:graphicData uri="http://schemas.openxmlformats.org/drawingml/2006/table">
            <a:tbl>
              <a:tblPr>
                <a:noFill/>
                <a:tableStyleId>{A2C3AC6F-FC81-431A-955C-C3AAC4F34375}</a:tableStyleId>
              </a:tblPr>
              <a:tblGrid>
                <a:gridCol w="809625"/>
                <a:gridCol w="666750"/>
                <a:gridCol w="666750"/>
                <a:gridCol w="666750"/>
                <a:gridCol w="666750"/>
                <a:gridCol w="666750"/>
                <a:gridCol w="1104900"/>
                <a:gridCol w="683950"/>
                <a:gridCol w="382850"/>
                <a:gridCol w="1000125"/>
              </a:tblGrid>
              <a:tr h="247650">
                <a:tc gridSpan="10">
                  <a:txBody>
                    <a:bodyPr/>
                    <a:lstStyle/>
                    <a:p>
                      <a:pPr indent="0" lvl="0" marL="0" rtl="0" algn="l">
                        <a:lnSpc>
                          <a:spcPct val="115000"/>
                        </a:lnSpc>
                        <a:spcBef>
                          <a:spcPts val="0"/>
                        </a:spcBef>
                        <a:spcAft>
                          <a:spcPts val="0"/>
                        </a:spcAft>
                        <a:buNone/>
                      </a:pPr>
                      <a:r>
                        <a:rPr b="1" lang="en" sz="1300">
                          <a:solidFill>
                            <a:srgbClr val="FFFFFF"/>
                          </a:solidFill>
                          <a:highlight>
                            <a:schemeClr val="dk1"/>
                          </a:highlight>
                          <a:latin typeface="Montserrat"/>
                          <a:ea typeface="Montserrat"/>
                          <a:cs typeface="Montserrat"/>
                          <a:sym typeface="Montserrat"/>
                        </a:rPr>
                        <a:t>GROUND TRANSPORT AT DESTINATION</a:t>
                      </a:r>
                      <a:endParaRPr b="1" sz="1300">
                        <a:solidFill>
                          <a:srgbClr val="FFFFFF"/>
                        </a:solidFill>
                        <a:highlight>
                          <a:schemeClr val="dk1"/>
                        </a:highlight>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hMerge="1"/>
                <a:tc hMerge="1"/>
                <a:tc hMerge="1"/>
                <a:tc hMerge="1"/>
                <a:tc hMerge="1"/>
                <a:tc hMerge="1"/>
                <a:tc hMerge="1"/>
                <a:tc hMerge="1"/>
                <a:tc hMerge="1"/>
              </a:tr>
              <a:tr h="361950">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Date</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Company</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Type of Transport</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Meet Up Point</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Confirm #</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Pick-Up Time</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Return Date</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Return Time</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gridSpan="2">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More Info</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hMerge="1"/>
              </a:tr>
              <a:tr h="361950">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2/11/2024</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Alamo</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Car</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Nevsehir turkey airport</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11:00</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4/11/2024</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20:00</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gridSpan="2">
                  <a:txBody>
                    <a:bodyPr/>
                    <a:lstStyle/>
                    <a:p>
                      <a:pPr indent="0" lvl="0" marL="0" rtl="0" algn="l">
                        <a:spcBef>
                          <a:spcPts val="0"/>
                        </a:spcBef>
                        <a:spcAft>
                          <a:spcPts val="0"/>
                        </a:spcAft>
                        <a:buNone/>
                      </a:pPr>
                      <a:r>
                        <a:t/>
                      </a:r>
                      <a:endParaRPr b="1"/>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hMerge="1"/>
              </a:tr>
              <a:tr h="228600">
                <a:tc>
                  <a:txBody>
                    <a:bodyPr/>
                    <a:lstStyle/>
                    <a:p>
                      <a:pPr indent="0" lvl="0" marL="0" rtl="0" algn="l">
                        <a:spcBef>
                          <a:spcPts val="0"/>
                        </a:spcBef>
                        <a:spcAft>
                          <a:spcPts val="0"/>
                        </a:spcAft>
                        <a:buNone/>
                      </a:pPr>
                      <a:r>
                        <a:t/>
                      </a:r>
                      <a:endParaRPr b="1"/>
                    </a:p>
                  </a:txBody>
                  <a:tcPr marT="91425" marB="91425" marR="28575" marL="28575" anchor="ct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ct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ct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ct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ct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ct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ct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ct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ct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28575" marL="28575" anchor="ct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247650">
                <a:tc gridSpan="10">
                  <a:txBody>
                    <a:bodyPr/>
                    <a:lstStyle/>
                    <a:p>
                      <a:pPr indent="0" lvl="0" marL="0" rtl="0" algn="l">
                        <a:lnSpc>
                          <a:spcPct val="115000"/>
                        </a:lnSpc>
                        <a:spcBef>
                          <a:spcPts val="0"/>
                        </a:spcBef>
                        <a:spcAft>
                          <a:spcPts val="0"/>
                        </a:spcAft>
                        <a:buNone/>
                      </a:pPr>
                      <a:r>
                        <a:rPr b="1" lang="en" sz="1300">
                          <a:solidFill>
                            <a:srgbClr val="FFFFFF"/>
                          </a:solidFill>
                          <a:highlight>
                            <a:schemeClr val="dk1"/>
                          </a:highlight>
                          <a:latin typeface="Montserrat"/>
                          <a:ea typeface="Montserrat"/>
                          <a:cs typeface="Montserrat"/>
                          <a:sym typeface="Montserrat"/>
                        </a:rPr>
                        <a:t>HOTEL</a:t>
                      </a:r>
                      <a:endParaRPr b="1" sz="1300">
                        <a:solidFill>
                          <a:srgbClr val="FFFFFF"/>
                        </a:solidFill>
                        <a:highlight>
                          <a:schemeClr val="dk1"/>
                        </a:highlight>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hMerge="1"/>
                <a:tc hMerge="1"/>
                <a:tc hMerge="1"/>
                <a:tc hMerge="1"/>
                <a:tc hMerge="1"/>
                <a:tc hMerge="1"/>
                <a:tc hMerge="1"/>
                <a:tc hMerge="1"/>
                <a:tc hMerge="1"/>
              </a:tr>
              <a:tr h="352425">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Date</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Name</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Street</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City</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Confirm #</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Room</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Check-In Time</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Check-Out Time</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gridSpan="2">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More Info</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hMerge="1"/>
              </a:tr>
              <a:tr h="352425">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2/11/2024</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Millstone cave suites</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Adnan</a:t>
                      </a:r>
                      <a:r>
                        <a:rPr b="1" lang="en" sz="1000">
                          <a:latin typeface="Montserrat"/>
                          <a:ea typeface="Montserrat"/>
                          <a:cs typeface="Montserrat"/>
                          <a:sym typeface="Montserrat"/>
                        </a:rPr>
                        <a:t> Menderes Cd</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Uchisar</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Suite with view</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1000">
                          <a:latin typeface="Montserrat"/>
                          <a:ea typeface="Montserrat"/>
                          <a:cs typeface="Montserrat"/>
                          <a:sym typeface="Montserrat"/>
                        </a:rPr>
                        <a:t>14:00</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1000">
                          <a:latin typeface="Montserrat"/>
                          <a:ea typeface="Montserrat"/>
                          <a:cs typeface="Montserrat"/>
                          <a:sym typeface="Montserrat"/>
                        </a:rPr>
                        <a:t>12:00</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gridSpan="2">
                  <a:txBody>
                    <a:bodyPr/>
                    <a:lstStyle/>
                    <a:p>
                      <a:pPr indent="0" lvl="0" marL="0" rtl="0" algn="l">
                        <a:spcBef>
                          <a:spcPts val="0"/>
                        </a:spcBef>
                        <a:spcAft>
                          <a:spcPts val="0"/>
                        </a:spcAft>
                        <a:buNone/>
                      </a:pPr>
                      <a:r>
                        <a:t/>
                      </a:r>
                      <a:endParaRPr b="1"/>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hMerge="1"/>
              </a:tr>
              <a:tr h="750125">
                <a:tc>
                  <a:txBody>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4/11/2024</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Millstone cave suites</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Adnan</a:t>
                      </a:r>
                      <a:r>
                        <a:rPr b="1" lang="en" sz="1000">
                          <a:latin typeface="Montserrat"/>
                          <a:ea typeface="Montserrat"/>
                          <a:cs typeface="Montserrat"/>
                          <a:sym typeface="Montserrat"/>
                        </a:rPr>
                        <a:t> Menderes Cd</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Uchisar</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000">
                          <a:latin typeface="Montserrat"/>
                          <a:ea typeface="Montserrat"/>
                          <a:cs typeface="Montserrat"/>
                          <a:sym typeface="Montserrat"/>
                        </a:rPr>
                        <a:t>Suite with view</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1000">
                          <a:latin typeface="Montserrat"/>
                          <a:ea typeface="Montserrat"/>
                          <a:cs typeface="Montserrat"/>
                          <a:sym typeface="Montserrat"/>
                        </a:rPr>
                        <a:t>14:00</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1000">
                          <a:latin typeface="Montserrat"/>
                          <a:ea typeface="Montserrat"/>
                          <a:cs typeface="Montserrat"/>
                          <a:sym typeface="Montserrat"/>
                        </a:rPr>
                        <a:t>12:00</a:t>
                      </a:r>
                      <a:endParaRPr b="1" sz="1000">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gridSpan="2">
                  <a:txBody>
                    <a:bodyPr/>
                    <a:lstStyle/>
                    <a:p>
                      <a:pPr indent="0" lvl="0" marL="0" rtl="0" algn="l">
                        <a:spcBef>
                          <a:spcPts val="0"/>
                        </a:spcBef>
                        <a:spcAft>
                          <a:spcPts val="0"/>
                        </a:spcAft>
                        <a:buNone/>
                      </a:pPr>
                      <a:r>
                        <a:t/>
                      </a:r>
                      <a:endParaRPr b="1"/>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hMerge="1"/>
              </a:tr>
            </a:tbl>
          </a:graphicData>
        </a:graphic>
      </p:graphicFrame>
      <p:pic>
        <p:nvPicPr>
          <p:cNvPr id="200" name="Google Shape;200;p38"/>
          <p:cNvPicPr preferRelativeResize="0"/>
          <p:nvPr/>
        </p:nvPicPr>
        <p:blipFill>
          <a:blip r:embed="rId3">
            <a:alphaModFix/>
          </a:blip>
          <a:stretch>
            <a:fillRect/>
          </a:stretch>
        </p:blipFill>
        <p:spPr>
          <a:xfrm>
            <a:off x="0" y="5379275"/>
            <a:ext cx="3843451" cy="3517325"/>
          </a:xfrm>
          <a:prstGeom prst="rect">
            <a:avLst/>
          </a:prstGeom>
          <a:noFill/>
          <a:ln>
            <a:noFill/>
          </a:ln>
        </p:spPr>
      </p:pic>
      <p:pic>
        <p:nvPicPr>
          <p:cNvPr descr="Our rental car - Toyota RAV4 SUV | m01229 | Flickr" id="201" name="Google Shape;201;p38"/>
          <p:cNvPicPr preferRelativeResize="0"/>
          <p:nvPr/>
        </p:nvPicPr>
        <p:blipFill>
          <a:blip r:embed="rId4">
            <a:alphaModFix/>
          </a:blip>
          <a:stretch>
            <a:fillRect/>
          </a:stretch>
        </p:blipFill>
        <p:spPr>
          <a:xfrm>
            <a:off x="3843450" y="5379275"/>
            <a:ext cx="3471749" cy="29376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0000"/>
        </a:solidFill>
      </p:bgPr>
    </p:bg>
    <p:spTree>
      <p:nvGrpSpPr>
        <p:cNvPr id="205" name="Shape 205"/>
        <p:cNvGrpSpPr/>
        <p:nvPr/>
      </p:nvGrpSpPr>
      <p:grpSpPr>
        <a:xfrm>
          <a:off x="0" y="0"/>
          <a:ext cx="0" cy="0"/>
          <a:chOff x="0" y="0"/>
          <a:chExt cx="0" cy="0"/>
        </a:xfrm>
      </p:grpSpPr>
      <p:sp>
        <p:nvSpPr>
          <p:cNvPr id="206" name="Google Shape;206;p39"/>
          <p:cNvSpPr/>
          <p:nvPr/>
        </p:nvSpPr>
        <p:spPr>
          <a:xfrm>
            <a:off x="0" y="9524123"/>
            <a:ext cx="7315200" cy="534600"/>
          </a:xfrm>
          <a:prstGeom prst="rect">
            <a:avLst/>
          </a:prstGeom>
          <a:solidFill>
            <a:srgbClr val="EBE9DA"/>
          </a:solidFill>
          <a:ln>
            <a:noFill/>
          </a:ln>
        </p:spPr>
        <p:txBody>
          <a:bodyPr anchorCtr="0" anchor="ctr" bIns="87650" lIns="87650" spcFirstLastPara="1" rIns="87650" wrap="square" tIns="87650">
            <a:noAutofit/>
          </a:bodyPr>
          <a:lstStyle/>
          <a:p>
            <a:pPr indent="0" lvl="0" marL="0" rtl="0" algn="l">
              <a:spcBef>
                <a:spcPts val="0"/>
              </a:spcBef>
              <a:spcAft>
                <a:spcPts val="0"/>
              </a:spcAft>
              <a:buNone/>
            </a:pPr>
            <a:r>
              <a:t/>
            </a:r>
            <a:endParaRPr/>
          </a:p>
        </p:txBody>
      </p:sp>
      <p:sp>
        <p:nvSpPr>
          <p:cNvPr id="207" name="Google Shape;207;p39"/>
          <p:cNvSpPr txBox="1"/>
          <p:nvPr/>
        </p:nvSpPr>
        <p:spPr>
          <a:xfrm>
            <a:off x="6705939" y="0"/>
            <a:ext cx="390900" cy="1082100"/>
          </a:xfrm>
          <a:prstGeom prst="rect">
            <a:avLst/>
          </a:prstGeom>
          <a:solidFill>
            <a:srgbClr val="5E374B">
              <a:alpha val="75980"/>
            </a:srgbClr>
          </a:solidFill>
          <a:ln>
            <a:noFill/>
          </a:ln>
        </p:spPr>
        <p:txBody>
          <a:bodyPr anchorCtr="0" anchor="t" bIns="87650" lIns="87650" spcFirstLastPara="1" rIns="87650" wrap="square" tIns="87650">
            <a:noAutofit/>
          </a:bodyPr>
          <a:lstStyle/>
          <a:p>
            <a:pPr indent="0" lvl="0" marL="0" rtl="0" algn="l">
              <a:spcBef>
                <a:spcPts val="0"/>
              </a:spcBef>
              <a:spcAft>
                <a:spcPts val="0"/>
              </a:spcAft>
              <a:buNone/>
            </a:pPr>
            <a:r>
              <a:t/>
            </a:r>
            <a:endParaRPr sz="1300"/>
          </a:p>
        </p:txBody>
      </p:sp>
      <p:graphicFrame>
        <p:nvGraphicFramePr>
          <p:cNvPr id="208" name="Google Shape;208;p39"/>
          <p:cNvGraphicFramePr/>
          <p:nvPr/>
        </p:nvGraphicFramePr>
        <p:xfrm>
          <a:off x="-25" y="2164200"/>
          <a:ext cx="3000000" cy="3000000"/>
        </p:xfrm>
        <a:graphic>
          <a:graphicData uri="http://schemas.openxmlformats.org/drawingml/2006/table">
            <a:tbl>
              <a:tblPr>
                <a:noFill/>
                <a:tableStyleId>{A2C3AC6F-FC81-431A-955C-C3AAC4F34375}</a:tableStyleId>
              </a:tblPr>
              <a:tblGrid>
                <a:gridCol w="505350"/>
                <a:gridCol w="487375"/>
                <a:gridCol w="720225"/>
                <a:gridCol w="507575"/>
                <a:gridCol w="601000"/>
                <a:gridCol w="609625"/>
                <a:gridCol w="597250"/>
                <a:gridCol w="645400"/>
                <a:gridCol w="905925"/>
                <a:gridCol w="382850"/>
                <a:gridCol w="1352875"/>
              </a:tblGrid>
              <a:tr h="247650">
                <a:tc>
                  <a:txBody>
                    <a:bodyPr/>
                    <a:lstStyle/>
                    <a:p>
                      <a:pPr indent="0" lvl="0" marL="0" rtl="0" algn="l">
                        <a:spcBef>
                          <a:spcPts val="0"/>
                        </a:spcBef>
                        <a:spcAft>
                          <a:spcPts val="0"/>
                        </a:spcAft>
                        <a:buNone/>
                      </a:pPr>
                      <a:r>
                        <a:t/>
                      </a:r>
                      <a:endParaRPr/>
                    </a:p>
                  </a:txBody>
                  <a:tcPr marT="91425" marB="91425" marR="28575" marL="28575" anchor="ctr">
                    <a:lnR cap="flat" cmpd="sng" w="9525">
                      <a:solidFill>
                        <a:srgbClr val="BFBFBF"/>
                      </a:solidFill>
                      <a:prstDash val="solid"/>
                      <a:round/>
                      <a:headEnd len="sm" w="sm" type="none"/>
                      <a:tailEnd len="sm" w="sm" type="none"/>
                    </a:lnR>
                    <a:solidFill>
                      <a:schemeClr val="lt1"/>
                    </a:solidFill>
                  </a:tcPr>
                </a:tc>
                <a:tc gridSpan="10">
                  <a:txBody>
                    <a:bodyPr/>
                    <a:lstStyle/>
                    <a:p>
                      <a:pPr indent="0" lvl="0" marL="0" rtl="0" algn="l">
                        <a:lnSpc>
                          <a:spcPct val="115000"/>
                        </a:lnSpc>
                        <a:spcBef>
                          <a:spcPts val="0"/>
                        </a:spcBef>
                        <a:spcAft>
                          <a:spcPts val="0"/>
                        </a:spcAft>
                        <a:buNone/>
                      </a:pPr>
                      <a:r>
                        <a:rPr b="1" lang="en">
                          <a:solidFill>
                            <a:srgbClr val="FFFFFF"/>
                          </a:solidFill>
                          <a:highlight>
                            <a:schemeClr val="dk1"/>
                          </a:highlight>
                          <a:latin typeface="Montserrat"/>
                          <a:ea typeface="Montserrat"/>
                          <a:cs typeface="Montserrat"/>
                          <a:sym typeface="Montserrat"/>
                        </a:rPr>
                        <a:t>EVENTS</a:t>
                      </a:r>
                      <a:endParaRPr b="1">
                        <a:solidFill>
                          <a:srgbClr val="FFFFFF"/>
                        </a:solidFill>
                        <a:highlight>
                          <a:schemeClr val="dk1"/>
                        </a:highlight>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hMerge="1"/>
                <a:tc hMerge="1"/>
                <a:tc hMerge="1"/>
                <a:tc hMerge="1"/>
                <a:tc hMerge="1"/>
                <a:tc hMerge="1"/>
                <a:tc hMerge="1"/>
                <a:tc hMerge="1"/>
                <a:tc hMerge="1"/>
              </a:tr>
              <a:tr h="247650">
                <a:tc>
                  <a:txBody>
                    <a:bodyPr/>
                    <a:lstStyle/>
                    <a:p>
                      <a:pPr indent="0" lvl="0" marL="0" rtl="0" algn="l">
                        <a:spcBef>
                          <a:spcPts val="0"/>
                        </a:spcBef>
                        <a:spcAft>
                          <a:spcPts val="0"/>
                        </a:spcAft>
                        <a:buNone/>
                      </a:pPr>
                      <a:r>
                        <a:t/>
                      </a:r>
                      <a:endParaRPr/>
                    </a:p>
                  </a:txBody>
                  <a:tcPr marT="91425" marB="91425" marR="28575" marL="28575" anchor="ctr">
                    <a:lnR cap="flat" cmpd="sng" w="9525">
                      <a:solidFill>
                        <a:srgbClr val="BFBFBF"/>
                      </a:solidFill>
                      <a:prstDash val="solid"/>
                      <a:round/>
                      <a:headEnd len="sm" w="sm" type="none"/>
                      <a:tailEnd len="sm" w="sm" type="none"/>
                    </a:lnR>
                    <a:solidFill>
                      <a:schemeClr val="lt1"/>
                    </a:solidFill>
                  </a:tcPr>
                </a:tc>
                <a:tc>
                  <a:txBody>
                    <a:bodyPr/>
                    <a:lstStyle/>
                    <a:p>
                      <a:pPr indent="0" lvl="0" marL="0" rtl="0" algn="ctr">
                        <a:lnSpc>
                          <a:spcPct val="115000"/>
                        </a:lnSpc>
                        <a:spcBef>
                          <a:spcPts val="0"/>
                        </a:spcBef>
                        <a:spcAft>
                          <a:spcPts val="0"/>
                        </a:spcAft>
                        <a:buNone/>
                      </a:pPr>
                      <a:r>
                        <a:rPr b="1" lang="en" sz="1100">
                          <a:solidFill>
                            <a:schemeClr val="dk1"/>
                          </a:solidFill>
                          <a:latin typeface="Montserrat"/>
                          <a:ea typeface="Montserrat"/>
                          <a:cs typeface="Montserrat"/>
                          <a:sym typeface="Montserrat"/>
                        </a:rPr>
                        <a:t>Date</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100">
                          <a:solidFill>
                            <a:schemeClr val="dk1"/>
                          </a:solidFill>
                          <a:latin typeface="Montserrat"/>
                          <a:ea typeface="Montserrat"/>
                          <a:cs typeface="Montserrat"/>
                          <a:sym typeface="Montserrat"/>
                        </a:rPr>
                        <a:t>Venue</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100">
                          <a:solidFill>
                            <a:schemeClr val="dk1"/>
                          </a:solidFill>
                          <a:latin typeface="Montserrat"/>
                          <a:ea typeface="Montserrat"/>
                          <a:cs typeface="Montserrat"/>
                          <a:sym typeface="Montserrat"/>
                        </a:rPr>
                        <a:t>Street</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100">
                          <a:solidFill>
                            <a:schemeClr val="dk1"/>
                          </a:solidFill>
                          <a:latin typeface="Montserrat"/>
                          <a:ea typeface="Montserrat"/>
                          <a:cs typeface="Montserrat"/>
                          <a:sym typeface="Montserrat"/>
                        </a:rPr>
                        <a:t>City</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100">
                          <a:solidFill>
                            <a:schemeClr val="dk1"/>
                          </a:solidFill>
                          <a:latin typeface="Montserrat"/>
                          <a:ea typeface="Montserrat"/>
                          <a:cs typeface="Montserrat"/>
                          <a:sym typeface="Montserrat"/>
                        </a:rPr>
                        <a:t>Contact Person</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100">
                          <a:solidFill>
                            <a:schemeClr val="dk1"/>
                          </a:solidFill>
                          <a:latin typeface="Montserrat"/>
                          <a:ea typeface="Montserrat"/>
                          <a:cs typeface="Montserrat"/>
                          <a:sym typeface="Montserrat"/>
                        </a:rPr>
                        <a:t>Topic</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100">
                          <a:solidFill>
                            <a:schemeClr val="dk1"/>
                          </a:solidFill>
                          <a:latin typeface="Montserrat"/>
                          <a:ea typeface="Montserrat"/>
                          <a:cs typeface="Montserrat"/>
                          <a:sym typeface="Montserrat"/>
                        </a:rPr>
                        <a:t>Start Time</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b="1" lang="en" sz="1100">
                          <a:solidFill>
                            <a:schemeClr val="dk1"/>
                          </a:solidFill>
                          <a:latin typeface="Montserrat"/>
                          <a:ea typeface="Montserrat"/>
                          <a:cs typeface="Montserrat"/>
                          <a:sym typeface="Montserrat"/>
                        </a:rPr>
                        <a:t>End Time</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gridSpan="2">
                  <a:txBody>
                    <a:bodyPr/>
                    <a:lstStyle/>
                    <a:p>
                      <a:pPr indent="0" lvl="0" marL="0" rtl="0" algn="ctr">
                        <a:lnSpc>
                          <a:spcPct val="115000"/>
                        </a:lnSpc>
                        <a:spcBef>
                          <a:spcPts val="0"/>
                        </a:spcBef>
                        <a:spcAft>
                          <a:spcPts val="0"/>
                        </a:spcAft>
                        <a:buNone/>
                      </a:pPr>
                      <a:r>
                        <a:rPr b="1" lang="en" sz="1100">
                          <a:solidFill>
                            <a:schemeClr val="dk1"/>
                          </a:solidFill>
                          <a:latin typeface="Montserrat"/>
                          <a:ea typeface="Montserrat"/>
                          <a:cs typeface="Montserrat"/>
                          <a:sym typeface="Montserrat"/>
                        </a:rPr>
                        <a:t>More Info</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hMerge="1"/>
              </a:tr>
              <a:tr h="352425">
                <a:tc>
                  <a:txBody>
                    <a:bodyPr/>
                    <a:lstStyle/>
                    <a:p>
                      <a:pPr indent="0" lvl="0" marL="0" rtl="0" algn="l">
                        <a:spcBef>
                          <a:spcPts val="0"/>
                        </a:spcBef>
                        <a:spcAft>
                          <a:spcPts val="0"/>
                        </a:spcAft>
                        <a:buNone/>
                      </a:pPr>
                      <a:r>
                        <a:t/>
                      </a:r>
                      <a:endParaRPr/>
                    </a:p>
                  </a:txBody>
                  <a:tcPr marT="91425" marB="91425" marR="28575" marL="28575" anchor="ctr">
                    <a:lnR cap="flat" cmpd="sng" w="9525">
                      <a:solidFill>
                        <a:srgbClr val="BFBFBF"/>
                      </a:solidFill>
                      <a:prstDash val="solid"/>
                      <a:round/>
                      <a:headEnd len="sm" w="sm" type="none"/>
                      <a:tailEnd len="sm" w="sm" type="none"/>
                    </a:lnR>
                    <a:solidFill>
                      <a:schemeClr val="lt1"/>
                    </a:solidFill>
                  </a:tcPr>
                </a:tc>
                <a:tc>
                  <a:txBody>
                    <a:bodyPr/>
                    <a:lstStyle/>
                    <a:p>
                      <a:pPr indent="0" lvl="0" marL="0" rtl="0" algn="ctr">
                        <a:lnSpc>
                          <a:spcPct val="115000"/>
                        </a:lnSpc>
                        <a:spcBef>
                          <a:spcPts val="0"/>
                        </a:spcBef>
                        <a:spcAft>
                          <a:spcPts val="0"/>
                        </a:spcAft>
                        <a:buNone/>
                      </a:pPr>
                      <a:r>
                        <a:rPr b="1" lang="en" sz="1100">
                          <a:solidFill>
                            <a:schemeClr val="dk1"/>
                          </a:solidFill>
                          <a:latin typeface="Montserrat"/>
                          <a:ea typeface="Montserrat"/>
                          <a:cs typeface="Montserrat"/>
                          <a:sym typeface="Montserrat"/>
                        </a:rPr>
                        <a:t>2/11/2024</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100">
                          <a:solidFill>
                            <a:schemeClr val="dk1"/>
                          </a:solidFill>
                          <a:latin typeface="Montserrat"/>
                          <a:ea typeface="Montserrat"/>
                          <a:cs typeface="Montserrat"/>
                          <a:sym typeface="Montserrat"/>
                        </a:rPr>
                        <a:t>Fairy Chimneys cappadocia</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100">
                          <a:solidFill>
                            <a:schemeClr val="dk1"/>
                          </a:solidFill>
                          <a:latin typeface="Montserrat"/>
                          <a:ea typeface="Montserrat"/>
                          <a:cs typeface="Montserrat"/>
                          <a:sym typeface="Montserrat"/>
                        </a:rPr>
                        <a:t>D302</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100">
                          <a:solidFill>
                            <a:schemeClr val="dk1"/>
                          </a:solidFill>
                          <a:latin typeface="Montserrat"/>
                          <a:ea typeface="Montserrat"/>
                          <a:cs typeface="Montserrat"/>
                          <a:sym typeface="Montserrat"/>
                        </a:rPr>
                        <a:t>Uchisar</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sz="1500">
                        <a:solidFill>
                          <a:schemeClr val="dk1"/>
                        </a:solidFill>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100">
                          <a:solidFill>
                            <a:schemeClr val="dk1"/>
                          </a:solidFill>
                          <a:latin typeface="Montserrat"/>
                          <a:ea typeface="Montserrat"/>
                          <a:cs typeface="Montserrat"/>
                          <a:sym typeface="Montserrat"/>
                        </a:rPr>
                        <a:t>Hot air balloon</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1100">
                          <a:solidFill>
                            <a:schemeClr val="dk1"/>
                          </a:solidFill>
                          <a:latin typeface="Montserrat"/>
                          <a:ea typeface="Montserrat"/>
                          <a:cs typeface="Montserrat"/>
                          <a:sym typeface="Montserrat"/>
                        </a:rPr>
                        <a:t>16:00</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1100">
                          <a:solidFill>
                            <a:schemeClr val="dk1"/>
                          </a:solidFill>
                          <a:latin typeface="Montserrat"/>
                          <a:ea typeface="Montserrat"/>
                          <a:cs typeface="Montserrat"/>
                          <a:sym typeface="Montserrat"/>
                        </a:rPr>
                        <a:t>17:00</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gridSpan="2">
                  <a:txBody>
                    <a:bodyPr/>
                    <a:lstStyle/>
                    <a:p>
                      <a:pPr indent="0" lvl="0" marL="0" rtl="0" algn="l">
                        <a:spcBef>
                          <a:spcPts val="0"/>
                        </a:spcBef>
                        <a:spcAft>
                          <a:spcPts val="0"/>
                        </a:spcAft>
                        <a:buNone/>
                      </a:pPr>
                      <a:r>
                        <a:t/>
                      </a:r>
                      <a:endParaRPr b="1" sz="1500">
                        <a:solidFill>
                          <a:schemeClr val="dk1"/>
                        </a:solidFill>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hMerge="1"/>
              </a:tr>
              <a:tr h="333375">
                <a:tc>
                  <a:txBody>
                    <a:bodyPr/>
                    <a:lstStyle/>
                    <a:p>
                      <a:pPr indent="0" lvl="0" marL="0" rtl="0" algn="l">
                        <a:spcBef>
                          <a:spcPts val="0"/>
                        </a:spcBef>
                        <a:spcAft>
                          <a:spcPts val="0"/>
                        </a:spcAft>
                        <a:buNone/>
                      </a:pPr>
                      <a:r>
                        <a:t/>
                      </a:r>
                      <a:endParaRPr/>
                    </a:p>
                  </a:txBody>
                  <a:tcPr marT="91425" marB="91425" marR="28575" marL="28575" anchor="ctr">
                    <a:lnR cap="flat" cmpd="sng" w="9525">
                      <a:solidFill>
                        <a:srgbClr val="BFBFBF"/>
                      </a:solidFill>
                      <a:prstDash val="solid"/>
                      <a:round/>
                      <a:headEnd len="sm" w="sm" type="none"/>
                      <a:tailEnd len="sm" w="sm" type="none"/>
                    </a:lnR>
                    <a:solidFill>
                      <a:schemeClr val="lt1"/>
                    </a:solidFill>
                  </a:tcPr>
                </a:tc>
                <a:tc>
                  <a:txBody>
                    <a:bodyPr/>
                    <a:lstStyle/>
                    <a:p>
                      <a:pPr indent="0" lvl="0" marL="0" rtl="0" algn="ctr">
                        <a:lnSpc>
                          <a:spcPct val="115000"/>
                        </a:lnSpc>
                        <a:spcBef>
                          <a:spcPts val="0"/>
                        </a:spcBef>
                        <a:spcAft>
                          <a:spcPts val="0"/>
                        </a:spcAft>
                        <a:buNone/>
                      </a:pPr>
                      <a:r>
                        <a:rPr b="1" lang="en" sz="1100">
                          <a:solidFill>
                            <a:schemeClr val="dk1"/>
                          </a:solidFill>
                          <a:latin typeface="Montserrat"/>
                          <a:ea typeface="Montserrat"/>
                          <a:cs typeface="Montserrat"/>
                          <a:sym typeface="Montserrat"/>
                        </a:rPr>
                        <a:t>3/11/2024</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100">
                          <a:solidFill>
                            <a:schemeClr val="dk1"/>
                          </a:solidFill>
                          <a:latin typeface="Montserrat"/>
                          <a:ea typeface="Montserrat"/>
                          <a:cs typeface="Montserrat"/>
                          <a:sym typeface="Montserrat"/>
                        </a:rPr>
                        <a:t>Pigeon valley</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100">
                          <a:solidFill>
                            <a:schemeClr val="dk1"/>
                          </a:solidFill>
                          <a:latin typeface="Montserrat"/>
                          <a:ea typeface="Montserrat"/>
                          <a:cs typeface="Montserrat"/>
                          <a:sym typeface="Montserrat"/>
                        </a:rPr>
                        <a:t>D302</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100">
                          <a:solidFill>
                            <a:schemeClr val="dk1"/>
                          </a:solidFill>
                          <a:latin typeface="Montserrat"/>
                          <a:ea typeface="Montserrat"/>
                          <a:cs typeface="Montserrat"/>
                          <a:sym typeface="Montserrat"/>
                        </a:rPr>
                        <a:t>Gerome</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sz="1500">
                        <a:solidFill>
                          <a:schemeClr val="dk1"/>
                        </a:solidFill>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1100">
                          <a:solidFill>
                            <a:schemeClr val="dk1"/>
                          </a:solidFill>
                          <a:latin typeface="Montserrat"/>
                          <a:ea typeface="Montserrat"/>
                          <a:cs typeface="Montserrat"/>
                          <a:sym typeface="Montserrat"/>
                        </a:rPr>
                        <a:t>Hiking trail</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1100">
                          <a:solidFill>
                            <a:schemeClr val="dk1"/>
                          </a:solidFill>
                          <a:latin typeface="Montserrat"/>
                          <a:ea typeface="Montserrat"/>
                          <a:cs typeface="Montserrat"/>
                          <a:sym typeface="Montserrat"/>
                        </a:rPr>
                        <a:t>09:00</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b="1" lang="en" sz="1100">
                          <a:solidFill>
                            <a:schemeClr val="dk1"/>
                          </a:solidFill>
                          <a:latin typeface="Montserrat"/>
                          <a:ea typeface="Montserrat"/>
                          <a:cs typeface="Montserrat"/>
                          <a:sym typeface="Montserrat"/>
                        </a:rPr>
                        <a:t>14:00</a:t>
                      </a:r>
                      <a:endParaRPr b="1" sz="1100">
                        <a:solidFill>
                          <a:schemeClr val="dk1"/>
                        </a:solidFill>
                        <a:latin typeface="Montserrat"/>
                        <a:ea typeface="Montserrat"/>
                        <a:cs typeface="Montserrat"/>
                        <a:sym typeface="Montserrat"/>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gridSpan="2">
                  <a:txBody>
                    <a:bodyPr/>
                    <a:lstStyle/>
                    <a:p>
                      <a:pPr indent="0" lvl="0" marL="0" rtl="0" algn="l">
                        <a:spcBef>
                          <a:spcPts val="0"/>
                        </a:spcBef>
                        <a:spcAft>
                          <a:spcPts val="0"/>
                        </a:spcAft>
                        <a:buNone/>
                      </a:pPr>
                      <a:r>
                        <a:t/>
                      </a:r>
                      <a:endParaRPr b="1" sz="1500">
                        <a:solidFill>
                          <a:schemeClr val="dk1"/>
                        </a:solidFill>
                      </a:endParaRPr>
                    </a:p>
                  </a:txBody>
                  <a:tcPr marT="91425" marB="91425" marR="28575" marL="2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chemeClr val="lt1"/>
                    </a:solidFill>
                  </a:tcPr>
                </a:tc>
                <a:tc hMerge="1"/>
              </a:tr>
            </a:tbl>
          </a:graphicData>
        </a:graphic>
      </p:graphicFrame>
      <p:pic>
        <p:nvPicPr>
          <p:cNvPr descr="Hot air balloon cappadocia 1080P, 2K, 4K, 5K HD wallpapers free ..." id="209" name="Google Shape;209;p39"/>
          <p:cNvPicPr preferRelativeResize="0"/>
          <p:nvPr/>
        </p:nvPicPr>
        <p:blipFill>
          <a:blip r:embed="rId3">
            <a:alphaModFix/>
          </a:blip>
          <a:stretch>
            <a:fillRect/>
          </a:stretch>
        </p:blipFill>
        <p:spPr>
          <a:xfrm>
            <a:off x="0" y="5029200"/>
            <a:ext cx="2945825" cy="4494925"/>
          </a:xfrm>
          <a:prstGeom prst="rect">
            <a:avLst/>
          </a:prstGeom>
          <a:noFill/>
          <a:ln>
            <a:noFill/>
          </a:ln>
        </p:spPr>
      </p:pic>
      <p:pic>
        <p:nvPicPr>
          <p:cNvPr descr="Free Images : landscape, tree, rock, walking, person, hiking ..." id="210" name="Google Shape;210;p39"/>
          <p:cNvPicPr preferRelativeResize="0"/>
          <p:nvPr/>
        </p:nvPicPr>
        <p:blipFill>
          <a:blip r:embed="rId4">
            <a:alphaModFix/>
          </a:blip>
          <a:stretch>
            <a:fillRect/>
          </a:stretch>
        </p:blipFill>
        <p:spPr>
          <a:xfrm>
            <a:off x="2907350" y="5025650"/>
            <a:ext cx="4407849" cy="2864999"/>
          </a:xfrm>
          <a:prstGeom prst="rect">
            <a:avLst/>
          </a:prstGeom>
          <a:noFill/>
          <a:ln>
            <a:noFill/>
          </a:ln>
        </p:spPr>
      </p:pic>
      <p:pic>
        <p:nvPicPr>
          <p:cNvPr descr="File:Sunrise in Cappadocia, Turkey.jpg - Wikipedia" id="211" name="Google Shape;211;p39"/>
          <p:cNvPicPr preferRelativeResize="0"/>
          <p:nvPr/>
        </p:nvPicPr>
        <p:blipFill>
          <a:blip r:embed="rId5">
            <a:alphaModFix/>
          </a:blip>
          <a:stretch>
            <a:fillRect/>
          </a:stretch>
        </p:blipFill>
        <p:spPr>
          <a:xfrm>
            <a:off x="-25" y="152400"/>
            <a:ext cx="2631626" cy="1859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